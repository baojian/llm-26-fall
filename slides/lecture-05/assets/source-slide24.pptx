
<file path=[Content_Types].xml><?xml version="1.0" encoding="utf-8"?>
<ns0:Types xmlns:ns0="http://schemas.openxmlformats.org/package/2006/content-types">
  <ns0:Default Extension="gif" ContentType="image/gif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2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32" r:id="rId1"/>
    <p:sldMasterId id="2147483836" r:id="rId2"/>
  </p:sldMasterIdLst>
  <p:notesMasterIdLst>
    <p:notesMasterId r:id="rId86"/>
  </p:notesMasterIdLst>
  <p:sldIdLst>
    <p:sldId id="10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3" pos="4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9859"/>
    <a:srgbClr val="C6BEDF"/>
    <a:srgbClr val="FACCDF"/>
    <a:srgbClr val="FDF9C0"/>
    <a:srgbClr val="C1EAF8"/>
    <a:srgbClr val="FCE0E1"/>
    <a:srgbClr val="C2E9F7"/>
    <a:srgbClr val="CCE7D0"/>
    <a:srgbClr val="E8EFEB"/>
    <a:srgbClr val="F3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5" autoAdjust="0"/>
    <p:restoredTop sz="94398" autoAdjust="0"/>
  </p:normalViewPr>
  <p:slideViewPr>
    <p:cSldViewPr snapToGrid="0" showGuides="1">
      <p:cViewPr varScale="1">
        <p:scale>
          <a:sx n="124" d="100"/>
          <a:sy n="124" d="100"/>
        </p:scale>
        <p:origin x="280" y="176"/>
      </p:cViewPr>
      <p:guideLst>
        <p:guide orient="horz" pos="1003"/>
        <p:guide pos="415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012" y="72"/>
      </p:cViewPr>
      <p:guideLst/>
    </p:cSldViewPr>
  </p:notesViewPr>
  <p:gridSpacing cx="72008" cy="72008"/>
</p:viewPr>
</file>

<file path=ppt/_rels/presentation.xml.rels><?xml version='1.0' encoding='utf-8'?>
<ns0:Relationships xmlns:ns0="http://schemas.openxmlformats.org/package/2006/relationships"><ns0:Relationship Id="rId26" Type="http://schemas.openxmlformats.org/officeDocument/2006/relationships/slide" Target="slides/slide24.xml" /><ns0:Relationship Id="rId89" Type="http://schemas.openxmlformats.org/officeDocument/2006/relationships/theme" Target="theme/theme1.xml" /><ns0:Relationship Id="rId90" Type="http://schemas.openxmlformats.org/officeDocument/2006/relationships/tableStyles" Target="tableStyles.xml" /><ns0:Relationship Id="rId88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86" Type="http://schemas.openxmlformats.org/officeDocument/2006/relationships/notesMaster" Target="notesMasters/notesMaster1.xml" /><ns0:Relationship Id="rId2" Type="http://schemas.openxmlformats.org/officeDocument/2006/relationships/slideMaster" Target="slideMasters/slideMaster2.xml" /><ns0:Relationship Id="rId87" Type="http://schemas.openxmlformats.org/officeDocument/2006/relationships/presProps" Target="presProps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C55E9-3775-47B8-A9FF-F98F72BF2A58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4C5D-8905-4D81-BE92-D035E374EA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6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03284-647F-470C-AE41-2C3FA78D75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solidFill>
            <a:schemeClr val="accent1"/>
          </a:solidFill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Introduction to NLP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2747E6-4E72-4435-AB9D-9122E0C57B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Baojian Zhou</a:t>
            </a:r>
          </a:p>
          <a:p>
            <a:r>
              <a:rPr lang="en-US" altLang="zh-CN" dirty="0"/>
              <a:t>School of Data Science, Fudan University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91BB9-1D1F-408E-9F55-1C077A94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6" y="241334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7525" y="1108433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A9ACEB-7451-41A7-93BA-D817C10377AE}"/>
              </a:ext>
            </a:extLst>
          </p:cNvPr>
          <p:cNvSpPr/>
          <p:nvPr userDrawn="1"/>
        </p:nvSpPr>
        <p:spPr>
          <a:xfrm>
            <a:off x="314326" y="851723"/>
            <a:ext cx="11553826" cy="45719"/>
          </a:xfrm>
          <a:prstGeom prst="rect">
            <a:avLst/>
          </a:prstGeom>
          <a:solidFill>
            <a:srgbClr val="174593"/>
          </a:solidFill>
          <a:ln>
            <a:solidFill>
              <a:srgbClr val="1745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C4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1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E11DDF-65F3-45D5-B724-62F94032D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96484387-4DE1-4B3F-9BF4-D38DF0613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F00D199-7DD3-488F-BEEF-DF09657F7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" y="66676"/>
            <a:ext cx="12049125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01FE1-B52B-4595-BD97-220067DB7375}"/>
              </a:ext>
            </a:extLst>
          </p:cNvPr>
          <p:cNvSpPr/>
          <p:nvPr userDrawn="1"/>
        </p:nvSpPr>
        <p:spPr>
          <a:xfrm>
            <a:off x="66675" y="677065"/>
            <a:ext cx="12049125" cy="77587"/>
          </a:xfrm>
          <a:prstGeom prst="rect">
            <a:avLst/>
          </a:prstGeom>
          <a:solidFill>
            <a:srgbClr val="174593"/>
          </a:solidFill>
          <a:ln>
            <a:solidFill>
              <a:srgbClr val="1745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C4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12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D3CF-7E54-2B44-94EB-F0A3CB3E3B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020" y="557115"/>
            <a:ext cx="11569959" cy="165576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D419C"/>
                </a:solidFill>
              </a:defRPr>
            </a:lvl1pPr>
          </a:lstStyle>
          <a:p>
            <a:r>
              <a:rPr lang="en-US" dirty="0"/>
              <a:t>Lecture 01 – Attention and Transformers 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B9834-F656-DD4F-8864-533D1A83E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601119"/>
            <a:ext cx="9144000" cy="271733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Baojian Zhou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DATA130030.01 (</a:t>
            </a:r>
            <a:r>
              <a:rPr lang="zh-CN" altLang="en-US" sz="2400" dirty="0">
                <a:solidFill>
                  <a:srgbClr val="0E419C"/>
                </a:solidFill>
              </a:rPr>
              <a:t>自然语言处理</a:t>
            </a:r>
            <a:r>
              <a:rPr lang="en-US" altLang="zh-CN" sz="2400" dirty="0">
                <a:solidFill>
                  <a:srgbClr val="0E419C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School of Data Science Fudan University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04/24/2024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5188D-5038-D74D-90A0-CF97D5CD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876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DD48-D097-5C4D-A615-2AA45105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D41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8E73-61E5-BB45-8EEC-CA4781DA9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50C65-4643-CA4A-BABD-655505FD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047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2B5A-C4CD-9240-AA55-BCCAAF20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D41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797A-814E-2E44-A2F6-85503EA0E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593" y="1253331"/>
            <a:ext cx="565536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8FB59-7D66-B847-A9E5-D2EF7C3D2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703" y="1253331"/>
            <a:ext cx="565536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383D3-C851-A043-B465-62B6FF7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668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A16F-B45E-E44D-AEC9-B2DBF3D1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D41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C7AA6-4931-9C40-8057-3F68C2EE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980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25C05-6CBD-6442-B999-B482B9BA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005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6" y="241334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7525" y="1108433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878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D4B963-4689-4C0B-A3E7-5D0A516F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29"/>
            <a:ext cx="12191998" cy="554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EC4EC-EEC9-4E2B-8910-81CDFB60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67267"/>
            <a:ext cx="12191998" cy="592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This is a test</a:t>
            </a:r>
            <a:endParaRPr lang="zh-CN" altLang="en-US" dirty="0"/>
          </a:p>
          <a:p>
            <a:pPr lvl="1"/>
            <a:r>
              <a:rPr lang="en-US" altLang="zh-CN" dirty="0"/>
              <a:t>This is a test</a:t>
            </a:r>
            <a:endParaRPr lang="zh-CN" altLang="en-US" dirty="0"/>
          </a:p>
          <a:p>
            <a:pPr lvl="2"/>
            <a:r>
              <a:rPr lang="en-US" altLang="zh-CN" dirty="0"/>
              <a:t>This is a test</a:t>
            </a:r>
            <a:endParaRPr lang="zh-CN" altLang="en-US" dirty="0"/>
          </a:p>
          <a:p>
            <a:pPr lvl="3"/>
            <a:r>
              <a:rPr lang="en-US" altLang="zh-CN" dirty="0"/>
              <a:t>This is a test</a:t>
            </a:r>
            <a:endParaRPr lang="zh-CN" altLang="en-US" dirty="0"/>
          </a:p>
          <a:p>
            <a:pPr lvl="4"/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C9E46-0E5F-49EF-B30B-D978E95A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6266" y="6492875"/>
            <a:ext cx="575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1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63CCC-6AF4-CB4B-A406-AC71596C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93" y="155506"/>
            <a:ext cx="12016407" cy="69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3A20-F602-9B48-A313-FD87A2372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593" y="1467816"/>
            <a:ext cx="11817624" cy="279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E98F-9C62-EF44-BFCE-756FBCA93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92875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042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93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7" Type="http://schemas.openxmlformats.org/officeDocument/2006/relationships/image" Target="../media/image97.png"/><Relationship Id="rId12" Type="http://schemas.openxmlformats.org/officeDocument/2006/relationships/image" Target="../media/image92.png"/><Relationship Id="rId2" Type="http://schemas.openxmlformats.org/officeDocument/2006/relationships/hyperlink" Target="https://www.youtube.com/watch?v=tIvKXrEDMhk" TargetMode="External"/><Relationship Id="rId16" Type="http://schemas.openxmlformats.org/officeDocument/2006/relationships/image" Target="../media/image106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11" Type="http://schemas.openxmlformats.org/officeDocument/2006/relationships/image" Target="../media/image90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9.png"/><Relationship Id="rId14" Type="http://schemas.openxmlformats.org/officeDocument/2006/relationships/image" Target="../media/image94.png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F0F4-06C6-C13B-1A48-9AB7ED7B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93" y="155506"/>
            <a:ext cx="6136307" cy="692634"/>
          </a:xfrm>
        </p:spPr>
        <p:txBody>
          <a:bodyPr/>
          <a:lstStyle/>
          <a:p>
            <a:r>
              <a:rPr lang="en-US" altLang="zh-CN" dirty="0"/>
              <a:t>Self-Attention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69BB5-2489-87DE-D874-0B418D90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21D88-40F5-6C40-A5F8-A3F617860B4F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C3B02-83B1-CA48-4F48-0D6BCFE11455}"/>
              </a:ext>
            </a:extLst>
          </p:cNvPr>
          <p:cNvSpPr txBox="1"/>
          <p:nvPr/>
        </p:nvSpPr>
        <p:spPr>
          <a:xfrm>
            <a:off x="9874326" y="40944"/>
            <a:ext cx="2339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Rasa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Algorithm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Whiteboard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2</a:t>
            </a:r>
            <a:endParaRPr kumimoji="0" lang="en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: 圆角 31">
            <a:extLst>
              <a:ext uri="{FF2B5EF4-FFF2-40B4-BE49-F238E27FC236}">
                <a16:creationId xmlns:a16="http://schemas.microsoft.com/office/drawing/2014/main" id="{048F0BFE-F539-6F08-6355-1FC4F7B89B0A}"/>
              </a:ext>
            </a:extLst>
          </p:cNvPr>
          <p:cNvSpPr/>
          <p:nvPr/>
        </p:nvSpPr>
        <p:spPr>
          <a:xfrm>
            <a:off x="89945" y="1562301"/>
            <a:ext cx="5459771" cy="1805997"/>
          </a:xfrm>
          <a:prstGeom prst="roundRect">
            <a:avLst>
              <a:gd name="adj" fmla="val 442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等线" panose="02010600030101010101" pitchFamily="2" charset="-122"/>
                <a:cs typeface="Tahoma" panose="020B0604030504040204" pitchFamily="34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p:cxnSp>
        <p:nvCxnSpPr>
          <p:cNvPr id="8" name="直接连接符 84">
            <a:extLst>
              <a:ext uri="{FF2B5EF4-FFF2-40B4-BE49-F238E27FC236}">
                <a16:creationId xmlns:a16="http://schemas.microsoft.com/office/drawing/2014/main" id="{D94E2218-2CB7-DC97-1E3C-26EFB3507E9D}"/>
              </a:ext>
            </a:extLst>
          </p:cNvPr>
          <p:cNvCxnSpPr>
            <a:cxnSpLocks/>
            <a:stCxn id="57" idx="1"/>
            <a:endCxn id="41" idx="3"/>
          </p:cNvCxnSpPr>
          <p:nvPr/>
        </p:nvCxnSpPr>
        <p:spPr>
          <a:xfrm flipH="1" flipV="1">
            <a:off x="2304174" y="2934067"/>
            <a:ext cx="3599092" cy="1998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9">
            <a:extLst>
              <a:ext uri="{FF2B5EF4-FFF2-40B4-BE49-F238E27FC236}">
                <a16:creationId xmlns:a16="http://schemas.microsoft.com/office/drawing/2014/main" id="{8045546D-5BD0-5FF4-8A73-431DA5B1F2EA}"/>
              </a:ext>
            </a:extLst>
          </p:cNvPr>
          <p:cNvCxnSpPr>
            <a:cxnSpLocks/>
            <a:stCxn id="57" idx="1"/>
            <a:endCxn id="43" idx="3"/>
          </p:cNvCxnSpPr>
          <p:nvPr/>
        </p:nvCxnSpPr>
        <p:spPr>
          <a:xfrm flipH="1" flipV="1">
            <a:off x="3309119" y="2629907"/>
            <a:ext cx="2594147" cy="32414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3">
            <a:extLst>
              <a:ext uri="{FF2B5EF4-FFF2-40B4-BE49-F238E27FC236}">
                <a16:creationId xmlns:a16="http://schemas.microsoft.com/office/drawing/2014/main" id="{2C5257EA-6E22-5AA6-51D4-C60EB27FBA7D}"/>
              </a:ext>
            </a:extLst>
          </p:cNvPr>
          <p:cNvCxnSpPr>
            <a:cxnSpLocks/>
            <a:stCxn id="57" idx="1"/>
            <a:endCxn id="45" idx="3"/>
          </p:cNvCxnSpPr>
          <p:nvPr/>
        </p:nvCxnSpPr>
        <p:spPr>
          <a:xfrm flipH="1" flipV="1">
            <a:off x="4314064" y="2338336"/>
            <a:ext cx="1589202" cy="61571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96">
            <a:extLst>
              <a:ext uri="{FF2B5EF4-FFF2-40B4-BE49-F238E27FC236}">
                <a16:creationId xmlns:a16="http://schemas.microsoft.com/office/drawing/2014/main" id="{DC66DCF7-11FB-827B-9C72-F102AB52C378}"/>
              </a:ext>
            </a:extLst>
          </p:cNvPr>
          <p:cNvCxnSpPr>
            <a:cxnSpLocks/>
            <a:stCxn id="57" idx="1"/>
            <a:endCxn id="47" idx="3"/>
          </p:cNvCxnSpPr>
          <p:nvPr/>
        </p:nvCxnSpPr>
        <p:spPr>
          <a:xfrm flipH="1" flipV="1">
            <a:off x="5261536" y="2043448"/>
            <a:ext cx="641730" cy="91060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4">
            <a:extLst>
              <a:ext uri="{FF2B5EF4-FFF2-40B4-BE49-F238E27FC236}">
                <a16:creationId xmlns:a16="http://schemas.microsoft.com/office/drawing/2014/main" id="{0060A965-6870-1B29-140D-C91FEFFDCEC9}"/>
              </a:ext>
            </a:extLst>
          </p:cNvPr>
          <p:cNvSpPr/>
          <p:nvPr/>
        </p:nvSpPr>
        <p:spPr>
          <a:xfrm>
            <a:off x="1694162" y="5495699"/>
            <a:ext cx="3812308" cy="421720"/>
          </a:xfrm>
          <a:prstGeom prst="roundRect">
            <a:avLst>
              <a:gd name="adj" fmla="val 442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Dot product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5">
                <a:extLst>
                  <a:ext uri="{FF2B5EF4-FFF2-40B4-BE49-F238E27FC236}">
                    <a16:creationId xmlns:a16="http://schemas.microsoft.com/office/drawing/2014/main" id="{A782A175-FC05-E82B-290C-D85737DE7405}"/>
                  </a:ext>
                </a:extLst>
              </p:cNvPr>
              <p:cNvSpPr txBox="1"/>
              <p:nvPr/>
            </p:nvSpPr>
            <p:spPr>
              <a:xfrm>
                <a:off x="691260" y="6068906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文本框 5">
                <a:extLst>
                  <a:ext uri="{FF2B5EF4-FFF2-40B4-BE49-F238E27FC236}">
                    <a16:creationId xmlns:a16="http://schemas.microsoft.com/office/drawing/2014/main" id="{A782A175-FC05-E82B-290C-D85737DE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60" y="6068906"/>
                <a:ext cx="4795270" cy="546863"/>
              </a:xfrm>
              <a:prstGeom prst="rect">
                <a:avLst/>
              </a:prstGeom>
              <a:blipFill>
                <a:blip r:embed="rId3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7">
            <a:extLst>
              <a:ext uri="{FF2B5EF4-FFF2-40B4-BE49-F238E27FC236}">
                <a16:creationId xmlns:a16="http://schemas.microsoft.com/office/drawing/2014/main" id="{12BE7CE2-E34E-B098-9E6F-A43AA37A27AD}"/>
              </a:ext>
            </a:extLst>
          </p:cNvPr>
          <p:cNvGraphicFramePr>
            <a:graphicFrameLocks noGrp="1"/>
          </p:cNvGraphicFramePr>
          <p:nvPr/>
        </p:nvGraphicFramePr>
        <p:xfrm>
          <a:off x="1709539" y="649827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5" name="表格 7">
            <a:extLst>
              <a:ext uri="{FF2B5EF4-FFF2-40B4-BE49-F238E27FC236}">
                <a16:creationId xmlns:a16="http://schemas.microsoft.com/office/drawing/2014/main" id="{BFADD40C-9684-D9E0-7EE8-C6CABD045B68}"/>
              </a:ext>
            </a:extLst>
          </p:cNvPr>
          <p:cNvGraphicFramePr>
            <a:graphicFrameLocks noGrp="1"/>
          </p:cNvGraphicFramePr>
          <p:nvPr/>
        </p:nvGraphicFramePr>
        <p:xfrm>
          <a:off x="2692501" y="649827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6" name="表格 8">
            <a:extLst>
              <a:ext uri="{FF2B5EF4-FFF2-40B4-BE49-F238E27FC236}">
                <a16:creationId xmlns:a16="http://schemas.microsoft.com/office/drawing/2014/main" id="{EB729B15-BDE2-31E7-9636-F67C5F55DED6}"/>
              </a:ext>
            </a:extLst>
          </p:cNvPr>
          <p:cNvGraphicFramePr>
            <a:graphicFrameLocks noGrp="1"/>
          </p:cNvGraphicFramePr>
          <p:nvPr/>
        </p:nvGraphicFramePr>
        <p:xfrm>
          <a:off x="3675463" y="649827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7" name="表格 9">
            <a:extLst>
              <a:ext uri="{FF2B5EF4-FFF2-40B4-BE49-F238E27FC236}">
                <a16:creationId xmlns:a16="http://schemas.microsoft.com/office/drawing/2014/main" id="{6FE395C9-80E2-2392-40F4-FABD107F3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37128"/>
              </p:ext>
            </p:extLst>
          </p:nvPr>
        </p:nvGraphicFramePr>
        <p:xfrm>
          <a:off x="4658425" y="649827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cxnSp>
        <p:nvCxnSpPr>
          <p:cNvPr id="18" name="直接连接符 10">
            <a:extLst>
              <a:ext uri="{FF2B5EF4-FFF2-40B4-BE49-F238E27FC236}">
                <a16:creationId xmlns:a16="http://schemas.microsoft.com/office/drawing/2014/main" id="{7182578F-0F9C-A81C-5753-80E7DA545E97}"/>
              </a:ext>
            </a:extLst>
          </p:cNvPr>
          <p:cNvCxnSpPr>
            <a:cxnSpLocks/>
          </p:cNvCxnSpPr>
          <p:nvPr/>
        </p:nvCxnSpPr>
        <p:spPr>
          <a:xfrm flipV="1">
            <a:off x="2088739" y="5917418"/>
            <a:ext cx="0" cy="29099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3">
            <a:extLst>
              <a:ext uri="{FF2B5EF4-FFF2-40B4-BE49-F238E27FC236}">
                <a16:creationId xmlns:a16="http://schemas.microsoft.com/office/drawing/2014/main" id="{2191FC14-9BE4-60AC-017D-F86B1AB40F53}"/>
              </a:ext>
            </a:extLst>
          </p:cNvPr>
          <p:cNvCxnSpPr>
            <a:cxnSpLocks/>
          </p:cNvCxnSpPr>
          <p:nvPr/>
        </p:nvCxnSpPr>
        <p:spPr>
          <a:xfrm flipV="1">
            <a:off x="3093679" y="5923953"/>
            <a:ext cx="5" cy="28363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4">
            <a:extLst>
              <a:ext uri="{FF2B5EF4-FFF2-40B4-BE49-F238E27FC236}">
                <a16:creationId xmlns:a16="http://schemas.microsoft.com/office/drawing/2014/main" id="{585E7BB3-6A07-2C7D-3D93-3ECAD9AED306}"/>
              </a:ext>
            </a:extLst>
          </p:cNvPr>
          <p:cNvCxnSpPr>
            <a:cxnSpLocks/>
          </p:cNvCxnSpPr>
          <p:nvPr/>
        </p:nvCxnSpPr>
        <p:spPr>
          <a:xfrm flipV="1">
            <a:off x="4071917" y="5924138"/>
            <a:ext cx="0" cy="28344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15">
            <a:extLst>
              <a:ext uri="{FF2B5EF4-FFF2-40B4-BE49-F238E27FC236}">
                <a16:creationId xmlns:a16="http://schemas.microsoft.com/office/drawing/2014/main" id="{7EE11488-1E1C-109A-6EEF-D9CEDD7E8CDF}"/>
              </a:ext>
            </a:extLst>
          </p:cNvPr>
          <p:cNvCxnSpPr>
            <a:cxnSpLocks/>
          </p:cNvCxnSpPr>
          <p:nvPr/>
        </p:nvCxnSpPr>
        <p:spPr>
          <a:xfrm flipV="1">
            <a:off x="5050149" y="5920778"/>
            <a:ext cx="0" cy="2868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17">
                <a:extLst>
                  <a:ext uri="{FF2B5EF4-FFF2-40B4-BE49-F238E27FC236}">
                    <a16:creationId xmlns:a16="http://schemas.microsoft.com/office/drawing/2014/main" id="{94279496-21E2-6440-9562-51575C8EE468}"/>
                  </a:ext>
                </a:extLst>
              </p:cNvPr>
              <p:cNvSpPr txBox="1"/>
              <p:nvPr/>
            </p:nvSpPr>
            <p:spPr>
              <a:xfrm>
                <a:off x="22185" y="5356749"/>
                <a:ext cx="7366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文本框 17">
                <a:extLst>
                  <a:ext uri="{FF2B5EF4-FFF2-40B4-BE49-F238E27FC236}">
                    <a16:creationId xmlns:a16="http://schemas.microsoft.com/office/drawing/2014/main" id="{94279496-21E2-6440-9562-51575C8EE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5" y="5356749"/>
                <a:ext cx="736601" cy="523220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18">
            <a:extLst>
              <a:ext uri="{FF2B5EF4-FFF2-40B4-BE49-F238E27FC236}">
                <a16:creationId xmlns:a16="http://schemas.microsoft.com/office/drawing/2014/main" id="{F0C76F81-6E16-9280-99D7-1724E49E2AFE}"/>
              </a:ext>
            </a:extLst>
          </p:cNvPr>
          <p:cNvCxnSpPr>
            <a:cxnSpLocks/>
            <a:stCxn id="24" idx="3"/>
            <a:endCxn id="12" idx="1"/>
          </p:cNvCxnSpPr>
          <p:nvPr/>
        </p:nvCxnSpPr>
        <p:spPr>
          <a:xfrm>
            <a:off x="1423761" y="5704854"/>
            <a:ext cx="270401" cy="1705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1">
            <a:extLst>
              <a:ext uri="{FF2B5EF4-FFF2-40B4-BE49-F238E27FC236}">
                <a16:creationId xmlns:a16="http://schemas.microsoft.com/office/drawing/2014/main" id="{FB59C8CE-2348-2A67-AC86-CCE09F75C716}"/>
              </a:ext>
            </a:extLst>
          </p:cNvPr>
          <p:cNvGraphicFramePr>
            <a:graphicFrameLocks noGrp="1"/>
          </p:cNvGraphicFramePr>
          <p:nvPr/>
        </p:nvGraphicFramePr>
        <p:xfrm>
          <a:off x="590641" y="5559651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sp>
        <p:nvSpPr>
          <p:cNvPr id="33" name="矩形: 圆角 31">
            <a:extLst>
              <a:ext uri="{FF2B5EF4-FFF2-40B4-BE49-F238E27FC236}">
                <a16:creationId xmlns:a16="http://schemas.microsoft.com/office/drawing/2014/main" id="{50E17AA9-C08F-8F42-161A-F915B27DB381}"/>
              </a:ext>
            </a:extLst>
          </p:cNvPr>
          <p:cNvSpPr/>
          <p:nvPr/>
        </p:nvSpPr>
        <p:spPr>
          <a:xfrm>
            <a:off x="1663860" y="4108331"/>
            <a:ext cx="3812308" cy="418153"/>
          </a:xfrm>
          <a:prstGeom prst="roundRect">
            <a:avLst>
              <a:gd name="adj" fmla="val 442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2">
                <a:extLst>
                  <a:ext uri="{FF2B5EF4-FFF2-40B4-BE49-F238E27FC236}">
                    <a16:creationId xmlns:a16="http://schemas.microsoft.com/office/drawing/2014/main" id="{B2412290-51A0-93FC-F7E9-FF4637102993}"/>
                  </a:ext>
                </a:extLst>
              </p:cNvPr>
              <p:cNvSpPr txBox="1"/>
              <p:nvPr/>
            </p:nvSpPr>
            <p:spPr>
              <a:xfrm>
                <a:off x="223689" y="3973116"/>
                <a:ext cx="1200072" cy="703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4" name="文本框 32">
                <a:extLst>
                  <a:ext uri="{FF2B5EF4-FFF2-40B4-BE49-F238E27FC236}">
                    <a16:creationId xmlns:a16="http://schemas.microsoft.com/office/drawing/2014/main" id="{B2412290-51A0-93FC-F7E9-FF4637102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9" y="3973116"/>
                <a:ext cx="1200072" cy="703526"/>
              </a:xfrm>
              <a:prstGeom prst="rect">
                <a:avLst/>
              </a:prstGeom>
              <a:blipFill>
                <a:blip r:embed="rId5"/>
                <a:stretch>
                  <a:fillRect l="-67708" t="-136842" r="-3125" b="-1842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40">
                <a:extLst>
                  <a:ext uri="{FF2B5EF4-FFF2-40B4-BE49-F238E27FC236}">
                    <a16:creationId xmlns:a16="http://schemas.microsoft.com/office/drawing/2014/main" id="{46D98BBF-70D2-1CAF-3CAB-DBB12C691CC3}"/>
                  </a:ext>
                </a:extLst>
              </p:cNvPr>
              <p:cNvSpPr txBox="1"/>
              <p:nvPr/>
            </p:nvSpPr>
            <p:spPr>
              <a:xfrm>
                <a:off x="680898" y="980254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9" name="文本框 40">
                <a:extLst>
                  <a:ext uri="{FF2B5EF4-FFF2-40B4-BE49-F238E27FC236}">
                    <a16:creationId xmlns:a16="http://schemas.microsoft.com/office/drawing/2014/main" id="{46D98BBF-70D2-1CAF-3CAB-DBB12C691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98" y="980254"/>
                <a:ext cx="4795270" cy="546863"/>
              </a:xfrm>
              <a:prstGeom prst="rect">
                <a:avLst/>
              </a:prstGeom>
              <a:blipFill>
                <a:blip r:embed="rId6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菱形 41">
            <a:extLst>
              <a:ext uri="{FF2B5EF4-FFF2-40B4-BE49-F238E27FC236}">
                <a16:creationId xmlns:a16="http://schemas.microsoft.com/office/drawing/2014/main" id="{5A560E51-CAB0-297A-8E9E-E1E2187F5B02}"/>
              </a:ext>
            </a:extLst>
          </p:cNvPr>
          <p:cNvSpPr/>
          <p:nvPr/>
        </p:nvSpPr>
        <p:spPr>
          <a:xfrm>
            <a:off x="1868475" y="2753026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2">
                <a:extLst>
                  <a:ext uri="{FF2B5EF4-FFF2-40B4-BE49-F238E27FC236}">
                    <a16:creationId xmlns:a16="http://schemas.microsoft.com/office/drawing/2014/main" id="{1C5E47F5-A3E3-F11F-EFA7-AD91D8CAF36F}"/>
                  </a:ext>
                </a:extLst>
              </p:cNvPr>
              <p:cNvSpPr txBox="1"/>
              <p:nvPr/>
            </p:nvSpPr>
            <p:spPr>
              <a:xfrm>
                <a:off x="1843799" y="2703234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1" name="文本框 42">
                <a:extLst>
                  <a:ext uri="{FF2B5EF4-FFF2-40B4-BE49-F238E27FC236}">
                    <a16:creationId xmlns:a16="http://schemas.microsoft.com/office/drawing/2014/main" id="{1C5E47F5-A3E3-F11F-EFA7-AD91D8CAF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799" y="2703234"/>
                <a:ext cx="46037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菱形 43">
            <a:extLst>
              <a:ext uri="{FF2B5EF4-FFF2-40B4-BE49-F238E27FC236}">
                <a16:creationId xmlns:a16="http://schemas.microsoft.com/office/drawing/2014/main" id="{99606F88-0C92-1417-15C7-19BB98F830D0}"/>
              </a:ext>
            </a:extLst>
          </p:cNvPr>
          <p:cNvSpPr/>
          <p:nvPr/>
        </p:nvSpPr>
        <p:spPr>
          <a:xfrm>
            <a:off x="2873420" y="2448866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4">
                <a:extLst>
                  <a:ext uri="{FF2B5EF4-FFF2-40B4-BE49-F238E27FC236}">
                    <a16:creationId xmlns:a16="http://schemas.microsoft.com/office/drawing/2014/main" id="{614AA1E3-32E7-3A65-9920-5108F9248361}"/>
                  </a:ext>
                </a:extLst>
              </p:cNvPr>
              <p:cNvSpPr txBox="1"/>
              <p:nvPr/>
            </p:nvSpPr>
            <p:spPr>
              <a:xfrm>
                <a:off x="2848744" y="2399074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3" name="文本框 44">
                <a:extLst>
                  <a:ext uri="{FF2B5EF4-FFF2-40B4-BE49-F238E27FC236}">
                    <a16:creationId xmlns:a16="http://schemas.microsoft.com/office/drawing/2014/main" id="{614AA1E3-32E7-3A65-9920-5108F9248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744" y="2399074"/>
                <a:ext cx="46037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菱形 45">
            <a:extLst>
              <a:ext uri="{FF2B5EF4-FFF2-40B4-BE49-F238E27FC236}">
                <a16:creationId xmlns:a16="http://schemas.microsoft.com/office/drawing/2014/main" id="{49CBF393-5E45-56D3-4AF5-E3C4B8E48C52}"/>
              </a:ext>
            </a:extLst>
          </p:cNvPr>
          <p:cNvSpPr/>
          <p:nvPr/>
        </p:nvSpPr>
        <p:spPr>
          <a:xfrm>
            <a:off x="3878365" y="2157295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6">
                <a:extLst>
                  <a:ext uri="{FF2B5EF4-FFF2-40B4-BE49-F238E27FC236}">
                    <a16:creationId xmlns:a16="http://schemas.microsoft.com/office/drawing/2014/main" id="{B94D2A0E-CF1B-59E5-33E4-6458A1FAC66D}"/>
                  </a:ext>
                </a:extLst>
              </p:cNvPr>
              <p:cNvSpPr txBox="1"/>
              <p:nvPr/>
            </p:nvSpPr>
            <p:spPr>
              <a:xfrm>
                <a:off x="3853689" y="2107503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5" name="文本框 46">
                <a:extLst>
                  <a:ext uri="{FF2B5EF4-FFF2-40B4-BE49-F238E27FC236}">
                    <a16:creationId xmlns:a16="http://schemas.microsoft.com/office/drawing/2014/main" id="{B94D2A0E-CF1B-59E5-33E4-6458A1FAC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689" y="2107503"/>
                <a:ext cx="46037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菱形 47">
            <a:extLst>
              <a:ext uri="{FF2B5EF4-FFF2-40B4-BE49-F238E27FC236}">
                <a16:creationId xmlns:a16="http://schemas.microsoft.com/office/drawing/2014/main" id="{8B6E575B-F5C3-6A0A-ECEE-EC8DEB8675CF}"/>
              </a:ext>
            </a:extLst>
          </p:cNvPr>
          <p:cNvSpPr/>
          <p:nvPr/>
        </p:nvSpPr>
        <p:spPr>
          <a:xfrm>
            <a:off x="4825837" y="1862407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8">
                <a:extLst>
                  <a:ext uri="{FF2B5EF4-FFF2-40B4-BE49-F238E27FC236}">
                    <a16:creationId xmlns:a16="http://schemas.microsoft.com/office/drawing/2014/main" id="{542E96B5-F802-3F4A-97D0-5526A98C6F38}"/>
                  </a:ext>
                </a:extLst>
              </p:cNvPr>
              <p:cNvSpPr txBox="1"/>
              <p:nvPr/>
            </p:nvSpPr>
            <p:spPr>
              <a:xfrm>
                <a:off x="4801161" y="1812615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7" name="文本框 48">
                <a:extLst>
                  <a:ext uri="{FF2B5EF4-FFF2-40B4-BE49-F238E27FC236}">
                    <a16:creationId xmlns:a16="http://schemas.microsoft.com/office/drawing/2014/main" id="{542E96B5-F802-3F4A-97D0-5526A98C6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61" y="1812615"/>
                <a:ext cx="46037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连接符 49">
            <a:extLst>
              <a:ext uri="{FF2B5EF4-FFF2-40B4-BE49-F238E27FC236}">
                <a16:creationId xmlns:a16="http://schemas.microsoft.com/office/drawing/2014/main" id="{80D7F9C5-FCCF-49C9-9937-307AABF4545B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2073238" y="3164899"/>
            <a:ext cx="749" cy="26056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52">
            <a:extLst>
              <a:ext uri="{FF2B5EF4-FFF2-40B4-BE49-F238E27FC236}">
                <a16:creationId xmlns:a16="http://schemas.microsoft.com/office/drawing/2014/main" id="{11313526-5C96-6EA6-1450-ADA66B2F3DF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3069363" y="2860739"/>
            <a:ext cx="9569" cy="56472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56">
            <a:extLst>
              <a:ext uri="{FF2B5EF4-FFF2-40B4-BE49-F238E27FC236}">
                <a16:creationId xmlns:a16="http://schemas.microsoft.com/office/drawing/2014/main" id="{E4F4FE98-1462-FC45-2167-86C0673FF243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4069675" y="2569168"/>
            <a:ext cx="14202" cy="856291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9">
            <a:extLst>
              <a:ext uri="{FF2B5EF4-FFF2-40B4-BE49-F238E27FC236}">
                <a16:creationId xmlns:a16="http://schemas.microsoft.com/office/drawing/2014/main" id="{1AC6ACF5-DF13-EC9F-31BE-FF6AB6A6A22A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5031349" y="2274280"/>
            <a:ext cx="0" cy="115472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65">
            <a:extLst>
              <a:ext uri="{FF2B5EF4-FFF2-40B4-BE49-F238E27FC236}">
                <a16:creationId xmlns:a16="http://schemas.microsoft.com/office/drawing/2014/main" id="{19000D0E-7E9F-427A-7CC1-4D1E135ED5E0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2073987" y="1412875"/>
            <a:ext cx="0" cy="1290359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69">
            <a:extLst>
              <a:ext uri="{FF2B5EF4-FFF2-40B4-BE49-F238E27FC236}">
                <a16:creationId xmlns:a16="http://schemas.microsoft.com/office/drawing/2014/main" id="{C3AD5B8F-237F-A20D-9591-03E2305F8ED6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3078932" y="1398898"/>
            <a:ext cx="0" cy="1000176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72">
            <a:extLst>
              <a:ext uri="{FF2B5EF4-FFF2-40B4-BE49-F238E27FC236}">
                <a16:creationId xmlns:a16="http://schemas.microsoft.com/office/drawing/2014/main" id="{206C48F3-B0E4-71F2-18AA-A58FE364295F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4083877" y="1421699"/>
            <a:ext cx="0" cy="685804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78">
            <a:extLst>
              <a:ext uri="{FF2B5EF4-FFF2-40B4-BE49-F238E27FC236}">
                <a16:creationId xmlns:a16="http://schemas.microsoft.com/office/drawing/2014/main" id="{079509CA-7C5D-FBAF-877B-EBAAC15E4ABD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5031349" y="1412875"/>
            <a:ext cx="0" cy="39974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菱形 101">
            <a:extLst>
              <a:ext uri="{FF2B5EF4-FFF2-40B4-BE49-F238E27FC236}">
                <a16:creationId xmlns:a16="http://schemas.microsoft.com/office/drawing/2014/main" id="{779F1F14-80D3-630B-5BD8-F3D6D9E9F20B}"/>
              </a:ext>
            </a:extLst>
          </p:cNvPr>
          <p:cNvSpPr/>
          <p:nvPr/>
        </p:nvSpPr>
        <p:spPr>
          <a:xfrm>
            <a:off x="5927942" y="2773012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102">
                <a:extLst>
                  <a:ext uri="{FF2B5EF4-FFF2-40B4-BE49-F238E27FC236}">
                    <a16:creationId xmlns:a16="http://schemas.microsoft.com/office/drawing/2014/main" id="{FBEC6F85-951E-B7CA-18FC-E2BC37A703B0}"/>
                  </a:ext>
                </a:extLst>
              </p:cNvPr>
              <p:cNvSpPr txBox="1"/>
              <p:nvPr/>
            </p:nvSpPr>
            <p:spPr>
              <a:xfrm>
                <a:off x="5903266" y="2723220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7" name="文本框 102">
                <a:extLst>
                  <a:ext uri="{FF2B5EF4-FFF2-40B4-BE49-F238E27FC236}">
                    <a16:creationId xmlns:a16="http://schemas.microsoft.com/office/drawing/2014/main" id="{FBEC6F85-951E-B7CA-18FC-E2BC37A70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266" y="2723220"/>
                <a:ext cx="46037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连接符 123">
            <a:extLst>
              <a:ext uri="{FF2B5EF4-FFF2-40B4-BE49-F238E27FC236}">
                <a16:creationId xmlns:a16="http://schemas.microsoft.com/office/drawing/2014/main" id="{9675CE55-7F13-5FF4-A887-368A93FD8C1B}"/>
              </a:ext>
            </a:extLst>
          </p:cNvPr>
          <p:cNvCxnSpPr>
            <a:cxnSpLocks/>
            <a:stCxn id="59" idx="1"/>
            <a:endCxn id="57" idx="3"/>
          </p:cNvCxnSpPr>
          <p:nvPr/>
        </p:nvCxnSpPr>
        <p:spPr>
          <a:xfrm flipH="1">
            <a:off x="6363641" y="2944060"/>
            <a:ext cx="767899" cy="9993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129">
                <a:extLst>
                  <a:ext uri="{FF2B5EF4-FFF2-40B4-BE49-F238E27FC236}">
                    <a16:creationId xmlns:a16="http://schemas.microsoft.com/office/drawing/2014/main" id="{11A9803E-3107-2830-26B3-95DFC83C8FAE}"/>
                  </a:ext>
                </a:extLst>
              </p:cNvPr>
              <p:cNvSpPr txBox="1"/>
              <p:nvPr/>
            </p:nvSpPr>
            <p:spPr>
              <a:xfrm>
                <a:off x="7131540" y="2759394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9" name="文本框 129">
                <a:extLst>
                  <a:ext uri="{FF2B5EF4-FFF2-40B4-BE49-F238E27FC236}">
                    <a16:creationId xmlns:a16="http://schemas.microsoft.com/office/drawing/2014/main" id="{11A9803E-3107-2830-26B3-95DFC83C8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540" y="2759394"/>
                <a:ext cx="58336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131">
                <a:extLst>
                  <a:ext uri="{FF2B5EF4-FFF2-40B4-BE49-F238E27FC236}">
                    <a16:creationId xmlns:a16="http://schemas.microsoft.com/office/drawing/2014/main" id="{F79614AD-28B1-0B92-6571-514AE06F715A}"/>
                  </a:ext>
                </a:extLst>
              </p:cNvPr>
              <p:cNvSpPr txBox="1"/>
              <p:nvPr/>
            </p:nvSpPr>
            <p:spPr>
              <a:xfrm>
                <a:off x="7133659" y="3273878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0" name="文本框 131">
                <a:extLst>
                  <a:ext uri="{FF2B5EF4-FFF2-40B4-BE49-F238E27FC236}">
                    <a16:creationId xmlns:a16="http://schemas.microsoft.com/office/drawing/2014/main" id="{F79614AD-28B1-0B92-6571-514AE06F7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659" y="3273878"/>
                <a:ext cx="58336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132">
                <a:extLst>
                  <a:ext uri="{FF2B5EF4-FFF2-40B4-BE49-F238E27FC236}">
                    <a16:creationId xmlns:a16="http://schemas.microsoft.com/office/drawing/2014/main" id="{D0E3DEE8-7E9D-4946-C49E-CE2BDE2F07E2}"/>
                  </a:ext>
                </a:extLst>
              </p:cNvPr>
              <p:cNvSpPr txBox="1"/>
              <p:nvPr/>
            </p:nvSpPr>
            <p:spPr>
              <a:xfrm>
                <a:off x="7131540" y="2244910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1" name="文本框 132">
                <a:extLst>
                  <a:ext uri="{FF2B5EF4-FFF2-40B4-BE49-F238E27FC236}">
                    <a16:creationId xmlns:a16="http://schemas.microsoft.com/office/drawing/2014/main" id="{D0E3DEE8-7E9D-4946-C49E-CE2BDE2F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540" y="2244910"/>
                <a:ext cx="583362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133">
                <a:extLst>
                  <a:ext uri="{FF2B5EF4-FFF2-40B4-BE49-F238E27FC236}">
                    <a16:creationId xmlns:a16="http://schemas.microsoft.com/office/drawing/2014/main" id="{C91F6BE3-D136-D196-4725-B55C54DDB644}"/>
                  </a:ext>
                </a:extLst>
              </p:cNvPr>
              <p:cNvSpPr txBox="1"/>
              <p:nvPr/>
            </p:nvSpPr>
            <p:spPr>
              <a:xfrm>
                <a:off x="7131540" y="1730426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2" name="文本框 133">
                <a:extLst>
                  <a:ext uri="{FF2B5EF4-FFF2-40B4-BE49-F238E27FC236}">
                    <a16:creationId xmlns:a16="http://schemas.microsoft.com/office/drawing/2014/main" id="{C91F6BE3-D136-D196-4725-B55C54DDB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540" y="1730426"/>
                <a:ext cx="58336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3" name="表格 134">
            <a:extLst>
              <a:ext uri="{FF2B5EF4-FFF2-40B4-BE49-F238E27FC236}">
                <a16:creationId xmlns:a16="http://schemas.microsoft.com/office/drawing/2014/main" id="{77F17AF0-ECCC-135C-D694-428703D3932A}"/>
              </a:ext>
            </a:extLst>
          </p:cNvPr>
          <p:cNvGraphicFramePr>
            <a:graphicFrameLocks noGrp="1"/>
          </p:cNvGraphicFramePr>
          <p:nvPr/>
        </p:nvGraphicFramePr>
        <p:xfrm>
          <a:off x="7769821" y="184248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64" name="表格 135">
            <a:extLst>
              <a:ext uri="{FF2B5EF4-FFF2-40B4-BE49-F238E27FC236}">
                <a16:creationId xmlns:a16="http://schemas.microsoft.com/office/drawing/2014/main" id="{08938689-E749-4B43-4774-17FEA562A42C}"/>
              </a:ext>
            </a:extLst>
          </p:cNvPr>
          <p:cNvGraphicFramePr>
            <a:graphicFrameLocks noGrp="1"/>
          </p:cNvGraphicFramePr>
          <p:nvPr/>
        </p:nvGraphicFramePr>
        <p:xfrm>
          <a:off x="7769821" y="2338335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65" name="表格 136">
            <a:extLst>
              <a:ext uri="{FF2B5EF4-FFF2-40B4-BE49-F238E27FC236}">
                <a16:creationId xmlns:a16="http://schemas.microsoft.com/office/drawing/2014/main" id="{04081644-1BD7-C26A-9CFA-ED08797EDE94}"/>
              </a:ext>
            </a:extLst>
          </p:cNvPr>
          <p:cNvGraphicFramePr>
            <a:graphicFrameLocks noGrp="1"/>
          </p:cNvGraphicFramePr>
          <p:nvPr/>
        </p:nvGraphicFramePr>
        <p:xfrm>
          <a:off x="7769821" y="2860739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66" name="表格 137">
            <a:extLst>
              <a:ext uri="{FF2B5EF4-FFF2-40B4-BE49-F238E27FC236}">
                <a16:creationId xmlns:a16="http://schemas.microsoft.com/office/drawing/2014/main" id="{87A6E6DD-8E0A-0269-44AF-90AF1784B7DC}"/>
              </a:ext>
            </a:extLst>
          </p:cNvPr>
          <p:cNvGraphicFramePr>
            <a:graphicFrameLocks noGrp="1"/>
          </p:cNvGraphicFramePr>
          <p:nvPr/>
        </p:nvGraphicFramePr>
        <p:xfrm>
          <a:off x="7787853" y="3400452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33">
                <a:extLst>
                  <a:ext uri="{FF2B5EF4-FFF2-40B4-BE49-F238E27FC236}">
                    <a16:creationId xmlns:a16="http://schemas.microsoft.com/office/drawing/2014/main" id="{64F71207-77B7-980D-279D-59A344D87B9B}"/>
                  </a:ext>
                </a:extLst>
              </p:cNvPr>
              <p:cNvSpPr txBox="1"/>
              <p:nvPr/>
            </p:nvSpPr>
            <p:spPr>
              <a:xfrm>
                <a:off x="696452" y="3310858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7" name="文本框 33">
                <a:extLst>
                  <a:ext uri="{FF2B5EF4-FFF2-40B4-BE49-F238E27FC236}">
                    <a16:creationId xmlns:a16="http://schemas.microsoft.com/office/drawing/2014/main" id="{64F71207-77B7-980D-279D-59A344D87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52" y="3310858"/>
                <a:ext cx="4795270" cy="5468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26">
                <a:extLst>
                  <a:ext uri="{FF2B5EF4-FFF2-40B4-BE49-F238E27FC236}">
                    <a16:creationId xmlns:a16="http://schemas.microsoft.com/office/drawing/2014/main" id="{045CFE59-5955-6E01-2378-E6BBF985F1B0}"/>
                  </a:ext>
                </a:extLst>
              </p:cNvPr>
              <p:cNvSpPr txBox="1"/>
              <p:nvPr/>
            </p:nvSpPr>
            <p:spPr>
              <a:xfrm>
                <a:off x="799689" y="4689887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Scoring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8" name="文本框 26">
                <a:extLst>
                  <a:ext uri="{FF2B5EF4-FFF2-40B4-BE49-F238E27FC236}">
                    <a16:creationId xmlns:a16="http://schemas.microsoft.com/office/drawing/2014/main" id="{045CFE59-5955-6E01-2378-E6BBF985F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89" y="4689887"/>
                <a:ext cx="4795270" cy="546863"/>
              </a:xfrm>
              <a:prstGeom prst="rect">
                <a:avLst/>
              </a:prstGeom>
              <a:blipFill>
                <a:blip r:embed="rId16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直接连接符 10">
            <a:extLst>
              <a:ext uri="{FF2B5EF4-FFF2-40B4-BE49-F238E27FC236}">
                <a16:creationId xmlns:a16="http://schemas.microsoft.com/office/drawing/2014/main" id="{E12C3E67-EB3F-42FC-514F-C3D419D48DAE}"/>
              </a:ext>
            </a:extLst>
          </p:cNvPr>
          <p:cNvCxnSpPr>
            <a:cxnSpLocks/>
          </p:cNvCxnSpPr>
          <p:nvPr/>
        </p:nvCxnSpPr>
        <p:spPr>
          <a:xfrm flipV="1">
            <a:off x="2086497" y="5204585"/>
            <a:ext cx="0" cy="29099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13">
            <a:extLst>
              <a:ext uri="{FF2B5EF4-FFF2-40B4-BE49-F238E27FC236}">
                <a16:creationId xmlns:a16="http://schemas.microsoft.com/office/drawing/2014/main" id="{31BAD848-BC9A-B896-90C4-8D44C5CACDAD}"/>
              </a:ext>
            </a:extLst>
          </p:cNvPr>
          <p:cNvCxnSpPr>
            <a:cxnSpLocks/>
          </p:cNvCxnSpPr>
          <p:nvPr/>
        </p:nvCxnSpPr>
        <p:spPr>
          <a:xfrm flipV="1">
            <a:off x="3091437" y="5211120"/>
            <a:ext cx="5" cy="28363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14">
            <a:extLst>
              <a:ext uri="{FF2B5EF4-FFF2-40B4-BE49-F238E27FC236}">
                <a16:creationId xmlns:a16="http://schemas.microsoft.com/office/drawing/2014/main" id="{29E8499E-6055-345D-C360-B046DB724B50}"/>
              </a:ext>
            </a:extLst>
          </p:cNvPr>
          <p:cNvCxnSpPr>
            <a:cxnSpLocks/>
          </p:cNvCxnSpPr>
          <p:nvPr/>
        </p:nvCxnSpPr>
        <p:spPr>
          <a:xfrm flipV="1">
            <a:off x="4069675" y="5211305"/>
            <a:ext cx="0" cy="28344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15">
            <a:extLst>
              <a:ext uri="{FF2B5EF4-FFF2-40B4-BE49-F238E27FC236}">
                <a16:creationId xmlns:a16="http://schemas.microsoft.com/office/drawing/2014/main" id="{0CD5C76D-635E-E95C-E069-0BA7A43B3CCA}"/>
              </a:ext>
            </a:extLst>
          </p:cNvPr>
          <p:cNvCxnSpPr>
            <a:cxnSpLocks/>
          </p:cNvCxnSpPr>
          <p:nvPr/>
        </p:nvCxnSpPr>
        <p:spPr>
          <a:xfrm flipV="1">
            <a:off x="5047907" y="5207945"/>
            <a:ext cx="0" cy="2868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10">
            <a:extLst>
              <a:ext uri="{FF2B5EF4-FFF2-40B4-BE49-F238E27FC236}">
                <a16:creationId xmlns:a16="http://schemas.microsoft.com/office/drawing/2014/main" id="{40A19FFD-9F2B-A83B-3FAE-E1AA0F3005B9}"/>
              </a:ext>
            </a:extLst>
          </p:cNvPr>
          <p:cNvCxnSpPr>
            <a:cxnSpLocks/>
          </p:cNvCxnSpPr>
          <p:nvPr/>
        </p:nvCxnSpPr>
        <p:spPr>
          <a:xfrm flipV="1">
            <a:off x="2073243" y="4527430"/>
            <a:ext cx="0" cy="29099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13">
            <a:extLst>
              <a:ext uri="{FF2B5EF4-FFF2-40B4-BE49-F238E27FC236}">
                <a16:creationId xmlns:a16="http://schemas.microsoft.com/office/drawing/2014/main" id="{2BB18541-612A-240D-42A4-5525EE3B0EC3}"/>
              </a:ext>
            </a:extLst>
          </p:cNvPr>
          <p:cNvCxnSpPr>
            <a:cxnSpLocks/>
          </p:cNvCxnSpPr>
          <p:nvPr/>
        </p:nvCxnSpPr>
        <p:spPr>
          <a:xfrm flipV="1">
            <a:off x="3078183" y="4533965"/>
            <a:ext cx="5" cy="28363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14">
            <a:extLst>
              <a:ext uri="{FF2B5EF4-FFF2-40B4-BE49-F238E27FC236}">
                <a16:creationId xmlns:a16="http://schemas.microsoft.com/office/drawing/2014/main" id="{7AF3321C-ADE8-902C-2EC8-6FA4A108C754}"/>
              </a:ext>
            </a:extLst>
          </p:cNvPr>
          <p:cNvCxnSpPr>
            <a:cxnSpLocks/>
          </p:cNvCxnSpPr>
          <p:nvPr/>
        </p:nvCxnSpPr>
        <p:spPr>
          <a:xfrm flipV="1">
            <a:off x="4056421" y="4534150"/>
            <a:ext cx="0" cy="28344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15">
            <a:extLst>
              <a:ext uri="{FF2B5EF4-FFF2-40B4-BE49-F238E27FC236}">
                <a16:creationId xmlns:a16="http://schemas.microsoft.com/office/drawing/2014/main" id="{B6B49FDA-1CD9-ED00-365B-4A29091A1A10}"/>
              </a:ext>
            </a:extLst>
          </p:cNvPr>
          <p:cNvCxnSpPr>
            <a:cxnSpLocks/>
          </p:cNvCxnSpPr>
          <p:nvPr/>
        </p:nvCxnSpPr>
        <p:spPr>
          <a:xfrm flipV="1">
            <a:off x="5034653" y="4530790"/>
            <a:ext cx="0" cy="2868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">
            <a:extLst>
              <a:ext uri="{FF2B5EF4-FFF2-40B4-BE49-F238E27FC236}">
                <a16:creationId xmlns:a16="http://schemas.microsoft.com/office/drawing/2014/main" id="{258C4BA1-5BA0-8CD1-D80A-648C98BD0263}"/>
              </a:ext>
            </a:extLst>
          </p:cNvPr>
          <p:cNvCxnSpPr>
            <a:cxnSpLocks/>
          </p:cNvCxnSpPr>
          <p:nvPr/>
        </p:nvCxnSpPr>
        <p:spPr>
          <a:xfrm flipV="1">
            <a:off x="2073238" y="3827620"/>
            <a:ext cx="0" cy="29099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3">
            <a:extLst>
              <a:ext uri="{FF2B5EF4-FFF2-40B4-BE49-F238E27FC236}">
                <a16:creationId xmlns:a16="http://schemas.microsoft.com/office/drawing/2014/main" id="{C5D05615-E61A-6581-B540-001030279BE9}"/>
              </a:ext>
            </a:extLst>
          </p:cNvPr>
          <p:cNvCxnSpPr>
            <a:cxnSpLocks/>
          </p:cNvCxnSpPr>
          <p:nvPr/>
        </p:nvCxnSpPr>
        <p:spPr>
          <a:xfrm flipV="1">
            <a:off x="3078178" y="3834155"/>
            <a:ext cx="5" cy="28363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4">
            <a:extLst>
              <a:ext uri="{FF2B5EF4-FFF2-40B4-BE49-F238E27FC236}">
                <a16:creationId xmlns:a16="http://schemas.microsoft.com/office/drawing/2014/main" id="{4177A88B-9BAB-0721-FF52-AE0865FA15E9}"/>
              </a:ext>
            </a:extLst>
          </p:cNvPr>
          <p:cNvCxnSpPr>
            <a:cxnSpLocks/>
          </p:cNvCxnSpPr>
          <p:nvPr/>
        </p:nvCxnSpPr>
        <p:spPr>
          <a:xfrm flipV="1">
            <a:off x="4056416" y="3834340"/>
            <a:ext cx="0" cy="28344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5">
            <a:extLst>
              <a:ext uri="{FF2B5EF4-FFF2-40B4-BE49-F238E27FC236}">
                <a16:creationId xmlns:a16="http://schemas.microsoft.com/office/drawing/2014/main" id="{0DB94A1B-2C4C-D2B5-56EB-03D018C97511}"/>
              </a:ext>
            </a:extLst>
          </p:cNvPr>
          <p:cNvCxnSpPr>
            <a:cxnSpLocks/>
          </p:cNvCxnSpPr>
          <p:nvPr/>
        </p:nvCxnSpPr>
        <p:spPr>
          <a:xfrm flipV="1">
            <a:off x="5034648" y="3830980"/>
            <a:ext cx="0" cy="2868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表格 7">
            <a:extLst>
              <a:ext uri="{FF2B5EF4-FFF2-40B4-BE49-F238E27FC236}">
                <a16:creationId xmlns:a16="http://schemas.microsoft.com/office/drawing/2014/main" id="{AE7D8644-2AA7-81F2-FF7E-03AF5458B819}"/>
              </a:ext>
            </a:extLst>
          </p:cNvPr>
          <p:cNvGraphicFramePr>
            <a:graphicFrameLocks noGrp="1"/>
          </p:cNvGraphicFramePr>
          <p:nvPr/>
        </p:nvGraphicFramePr>
        <p:xfrm>
          <a:off x="1709539" y="827133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06" name="表格 7">
            <a:extLst>
              <a:ext uri="{FF2B5EF4-FFF2-40B4-BE49-F238E27FC236}">
                <a16:creationId xmlns:a16="http://schemas.microsoft.com/office/drawing/2014/main" id="{7FD27774-CA75-A7E6-D8EE-18F7E08CCB3C}"/>
              </a:ext>
            </a:extLst>
          </p:cNvPr>
          <p:cNvGraphicFramePr>
            <a:graphicFrameLocks noGrp="1"/>
          </p:cNvGraphicFramePr>
          <p:nvPr/>
        </p:nvGraphicFramePr>
        <p:xfrm>
          <a:off x="2692501" y="827133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07" name="表格 8">
            <a:extLst>
              <a:ext uri="{FF2B5EF4-FFF2-40B4-BE49-F238E27FC236}">
                <a16:creationId xmlns:a16="http://schemas.microsoft.com/office/drawing/2014/main" id="{66257B1A-E463-4649-BD79-974E247D0803}"/>
              </a:ext>
            </a:extLst>
          </p:cNvPr>
          <p:cNvGraphicFramePr>
            <a:graphicFrameLocks noGrp="1"/>
          </p:cNvGraphicFramePr>
          <p:nvPr/>
        </p:nvGraphicFramePr>
        <p:xfrm>
          <a:off x="3675463" y="827133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08" name="表格 9">
            <a:extLst>
              <a:ext uri="{FF2B5EF4-FFF2-40B4-BE49-F238E27FC236}">
                <a16:creationId xmlns:a16="http://schemas.microsoft.com/office/drawing/2014/main" id="{06A6D774-F3A5-E4E3-0E78-3748DBE7AC59}"/>
              </a:ext>
            </a:extLst>
          </p:cNvPr>
          <p:cNvGraphicFramePr>
            <a:graphicFrameLocks noGrp="1"/>
          </p:cNvGraphicFramePr>
          <p:nvPr/>
        </p:nvGraphicFramePr>
        <p:xfrm>
          <a:off x="4658425" y="827133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ACD7B4D-DE16-DE26-C3ED-EDC2C5997994}"/>
                  </a:ext>
                </a:extLst>
              </p:cNvPr>
              <p:cNvSpPr txBox="1"/>
              <p:nvPr/>
            </p:nvSpPr>
            <p:spPr>
              <a:xfrm>
                <a:off x="5901047" y="4010670"/>
                <a:ext cx="563515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Calculate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importance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of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these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s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with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respect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current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good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way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is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use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softmax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normalization</a:t>
                </a:r>
                <a:endParaRPr kumimoji="0" lang="en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ACD7B4D-DE16-DE26-C3ED-EDC2C5997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47" y="4010670"/>
                <a:ext cx="5635156" cy="1015663"/>
              </a:xfrm>
              <a:prstGeom prst="rect">
                <a:avLst/>
              </a:prstGeom>
              <a:blipFill>
                <a:blip r:embed="rId18"/>
                <a:stretch>
                  <a:fillRect l="-1124" t="-3704" b="-98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A2E8E67-686D-78CB-1560-9D805E62CDD3}"/>
                  </a:ext>
                </a:extLst>
              </p:cNvPr>
              <p:cNvSpPr txBox="1"/>
              <p:nvPr/>
            </p:nvSpPr>
            <p:spPr>
              <a:xfrm>
                <a:off x="5901047" y="5715490"/>
                <a:ext cx="591901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Given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“Bank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of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river”, consider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of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“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”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dot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of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this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and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other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embeddings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gives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us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scores</a:t>
                </a:r>
                <a:endParaRPr kumimoji="0" lang="en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A2E8E67-686D-78CB-1560-9D805E62C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47" y="5715490"/>
                <a:ext cx="5919010" cy="1015663"/>
              </a:xfrm>
              <a:prstGeom prst="rect">
                <a:avLst/>
              </a:prstGeom>
              <a:blipFill>
                <a:blip r:embed="rId19"/>
                <a:stretch>
                  <a:fillRect l="-1071" t="-3750" b="-1125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C7C4A54-10D5-72DE-E106-4E0E8A2451BF}"/>
                  </a:ext>
                </a:extLst>
              </p:cNvPr>
              <p:cNvSpPr txBox="1"/>
              <p:nvPr/>
            </p:nvSpPr>
            <p:spPr>
              <a:xfrm>
                <a:off x="6363641" y="589339"/>
                <a:ext cx="513492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Hope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that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this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new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𝒛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has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more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and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better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context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kumimoji="0" lang="en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C7C4A54-10D5-72DE-E106-4E0E8A245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641" y="589339"/>
                <a:ext cx="5134922" cy="830997"/>
              </a:xfrm>
              <a:prstGeom prst="rect">
                <a:avLst/>
              </a:prstGeom>
              <a:blipFill>
                <a:blip r:embed="rId20"/>
                <a:stretch>
                  <a:fillRect l="-1975" t="-6061" r="-494" b="-151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68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/>
      <p:bldP spid="22" grpId="0"/>
      <p:bldP spid="33" grpId="0" animBg="1"/>
      <p:bldP spid="34" grpId="0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56" grpId="0" animBg="1"/>
      <p:bldP spid="57" grpId="0"/>
      <p:bldP spid="59" grpId="0"/>
      <p:bldP spid="60" grpId="0"/>
      <p:bldP spid="61" grpId="0"/>
      <p:bldP spid="62" grpId="0"/>
      <p:bldP spid="67" grpId="0"/>
      <p:bldP spid="68" grpId="0"/>
      <p:bldP spid="120" grpId="0"/>
      <p:bldP spid="121" grpId="0"/>
      <p:bldP spid="12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ahoma">
      <a:majorFont>
        <a:latin typeface="Tahoma"/>
        <a:ea typeface="Tahoma"/>
        <a:cs typeface=""/>
      </a:majorFont>
      <a:minorFont>
        <a:latin typeface="Tahoma"/>
        <a:ea typeface="Tahom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