
<file path=[Content_Types].xml><?xml version="1.0" encoding="utf-8"?>
<ns0:Types xmlns:ns0="http://schemas.openxmlformats.org/package/2006/content-types">
  <ns0:Default Extension="gif" ContentType="image/gif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s/slide29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32" r:id="rId1"/>
    <p:sldMasterId id="2147483836" r:id="rId2"/>
  </p:sldMasterIdLst>
  <p:notesMasterIdLst>
    <p:notesMasterId r:id="rId86"/>
  </p:notesMasterIdLst>
  <p:sldIdLst>
    <p:sldId id="107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3" pos="4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9859"/>
    <a:srgbClr val="C6BEDF"/>
    <a:srgbClr val="FACCDF"/>
    <a:srgbClr val="FDF9C0"/>
    <a:srgbClr val="C1EAF8"/>
    <a:srgbClr val="FCE0E1"/>
    <a:srgbClr val="C2E9F7"/>
    <a:srgbClr val="CCE7D0"/>
    <a:srgbClr val="E8EFEB"/>
    <a:srgbClr val="F3F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45" autoAdjust="0"/>
    <p:restoredTop sz="94398" autoAdjust="0"/>
  </p:normalViewPr>
  <p:slideViewPr>
    <p:cSldViewPr snapToGrid="0" showGuides="1">
      <p:cViewPr varScale="1">
        <p:scale>
          <a:sx n="124" d="100"/>
          <a:sy n="124" d="100"/>
        </p:scale>
        <p:origin x="280" y="176"/>
      </p:cViewPr>
      <p:guideLst>
        <p:guide orient="horz" pos="1003"/>
        <p:guide pos="415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3012" y="72"/>
      </p:cViewPr>
      <p:guideLst/>
    </p:cSldViewPr>
  </p:notesViewPr>
  <p:gridSpacing cx="72008" cy="72008"/>
</p:viewPr>
</file>

<file path=ppt/_rels/presentation.xml.rels><?xml version='1.0' encoding='utf-8'?>
<ns0:Relationships xmlns:ns0="http://schemas.openxmlformats.org/package/2006/relationships"><ns0:Relationship Id="rId89" Type="http://schemas.openxmlformats.org/officeDocument/2006/relationships/theme" Target="theme/theme1.xml" /><ns0:Relationship Id="rId90" Type="http://schemas.openxmlformats.org/officeDocument/2006/relationships/tableStyles" Target="tableStyles.xml" /><ns0:Relationship Id="rId88" Type="http://schemas.openxmlformats.org/officeDocument/2006/relationships/viewProps" Target="viewProps.xml" /><ns0:Relationship Id="rId1" Type="http://schemas.openxmlformats.org/officeDocument/2006/relationships/slideMaster" Target="slideMasters/slideMaster1.xml" /><ns0:Relationship Id="rId31" Type="http://schemas.openxmlformats.org/officeDocument/2006/relationships/slide" Target="slides/slide29.xml" /><ns0:Relationship Id="rId86" Type="http://schemas.openxmlformats.org/officeDocument/2006/relationships/notesMaster" Target="notesMasters/notesMaster1.xml" /><ns0:Relationship Id="rId2" Type="http://schemas.openxmlformats.org/officeDocument/2006/relationships/slideMaster" Target="slideMasters/slideMaster2.xml" /><ns0:Relationship Id="rId87" Type="http://schemas.openxmlformats.org/officeDocument/2006/relationships/presProps" Target="presProps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C55E9-3775-47B8-A9FF-F98F72BF2A58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74C5D-8905-4D81-BE92-D035E374EA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86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03284-647F-470C-AE41-2C3FA78D75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solidFill>
            <a:schemeClr val="accent1"/>
          </a:solidFill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Introduction to NLP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2747E6-4E72-4435-AB9D-9122E0C57B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Baojian Zhou</a:t>
            </a:r>
          </a:p>
          <a:p>
            <a:r>
              <a:rPr lang="en-US" altLang="zh-CN" dirty="0"/>
              <a:t>School of Data Science, Fudan University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C91BB9-1D1F-408E-9F55-1C077A94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8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BD662-EB3C-4EAF-9A3A-38E08CA48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326" y="241334"/>
            <a:ext cx="11553826" cy="610388"/>
          </a:xfrm>
          <a:noFill/>
        </p:spPr>
        <p:txBody>
          <a:bodyPr>
            <a:noAutofit/>
          </a:bodyPr>
          <a:lstStyle>
            <a:lvl1pPr>
              <a:defRPr sz="4000" b="1">
                <a:solidFill>
                  <a:srgbClr val="0E419C"/>
                </a:solidFill>
              </a:defRPr>
            </a:lvl1pPr>
          </a:lstStyle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A57540-AA61-4F49-8204-5904B128EF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7525" y="1108433"/>
            <a:ext cx="11064875" cy="5508233"/>
          </a:xfrm>
        </p:spPr>
        <p:txBody>
          <a:bodyPr/>
          <a:lstStyle>
            <a:lvl1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This is a test.</a:t>
            </a:r>
            <a:endParaRPr lang="zh-CN" altLang="en-US" dirty="0"/>
          </a:p>
          <a:p>
            <a:pPr lvl="1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  <a:p>
            <a:pPr lvl="2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endParaRPr lang="zh-CN" altLang="en-US" dirty="0"/>
          </a:p>
          <a:p>
            <a:pPr lvl="3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65E4C-D95C-4051-9F7B-78194BD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9598" cy="365125"/>
          </a:xfrm>
        </p:spPr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A9ACEB-7451-41A7-93BA-D817C10377AE}"/>
              </a:ext>
            </a:extLst>
          </p:cNvPr>
          <p:cNvSpPr/>
          <p:nvPr userDrawn="1"/>
        </p:nvSpPr>
        <p:spPr>
          <a:xfrm>
            <a:off x="314326" y="851723"/>
            <a:ext cx="11553826" cy="45719"/>
          </a:xfrm>
          <a:prstGeom prst="rect">
            <a:avLst/>
          </a:prstGeom>
          <a:solidFill>
            <a:srgbClr val="174593"/>
          </a:solidFill>
          <a:ln>
            <a:solidFill>
              <a:srgbClr val="1745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2C4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16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65E4C-D95C-4051-9F7B-78194BD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9598" cy="365125"/>
          </a:xfrm>
        </p:spPr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CE11DDF-65F3-45D5-B724-62F94032D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720850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内容占位符 3">
            <a:extLst>
              <a:ext uri="{FF2B5EF4-FFF2-40B4-BE49-F238E27FC236}">
                <a16:creationId xmlns:a16="http://schemas.microsoft.com/office/drawing/2014/main" id="{96484387-4DE1-4B3F-9BF4-D38DF0613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720850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0F00D199-7DD3-488F-BEEF-DF09657F7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75" y="66676"/>
            <a:ext cx="12049125" cy="610388"/>
          </a:xfrm>
          <a:noFill/>
        </p:spPr>
        <p:txBody>
          <a:bodyPr>
            <a:noAutofit/>
          </a:bodyPr>
          <a:lstStyle>
            <a:lvl1pPr>
              <a:defRPr sz="4000" b="1">
                <a:solidFill>
                  <a:srgbClr val="0E419C"/>
                </a:solidFill>
              </a:defRPr>
            </a:lvl1pPr>
          </a:lstStyle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601FE1-B52B-4595-BD97-220067DB7375}"/>
              </a:ext>
            </a:extLst>
          </p:cNvPr>
          <p:cNvSpPr/>
          <p:nvPr userDrawn="1"/>
        </p:nvSpPr>
        <p:spPr>
          <a:xfrm>
            <a:off x="66675" y="677065"/>
            <a:ext cx="12049125" cy="77587"/>
          </a:xfrm>
          <a:prstGeom prst="rect">
            <a:avLst/>
          </a:prstGeom>
          <a:solidFill>
            <a:srgbClr val="174593"/>
          </a:solidFill>
          <a:ln>
            <a:solidFill>
              <a:srgbClr val="1745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2C4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12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D3CF-7E54-2B44-94EB-F0A3CB3E3B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1020" y="557115"/>
            <a:ext cx="11569959" cy="1655761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D419C"/>
                </a:solidFill>
              </a:defRPr>
            </a:lvl1pPr>
          </a:lstStyle>
          <a:p>
            <a:r>
              <a:rPr lang="en-US" dirty="0"/>
              <a:t>Lecture 01 – Attention and Transformers 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FB9834-F656-DD4F-8864-533D1A83E9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601119"/>
            <a:ext cx="9144000" cy="271733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E419C"/>
                </a:solidFill>
              </a:rPr>
              <a:t>Baojian Zhou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E419C"/>
                </a:solidFill>
              </a:rPr>
              <a:t>DATA130030.01 (</a:t>
            </a:r>
            <a:r>
              <a:rPr lang="zh-CN" altLang="en-US" sz="2400" dirty="0">
                <a:solidFill>
                  <a:srgbClr val="0E419C"/>
                </a:solidFill>
              </a:rPr>
              <a:t>自然语言处理</a:t>
            </a:r>
            <a:r>
              <a:rPr lang="en-US" altLang="zh-CN" sz="2400" dirty="0">
                <a:solidFill>
                  <a:srgbClr val="0E419C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E419C"/>
                </a:solidFill>
              </a:rPr>
              <a:t>School of Data Science Fudan University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E419C"/>
                </a:solidFill>
              </a:rPr>
              <a:t>04/24/2024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5188D-5038-D74D-90A0-CF97D5CD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1D88-40F5-6C40-A5F8-A3F617860B4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1876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DD48-D097-5C4D-A615-2AA45105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D41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78E73-61E5-BB45-8EEC-CA4781DA9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50C65-4643-CA4A-BABD-655505FD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1D88-40F5-6C40-A5F8-A3F617860B4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9047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02B5A-C4CD-9240-AA55-BCCAAF203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D41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B797A-814E-2E44-A2F6-85503EA0E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593" y="1253331"/>
            <a:ext cx="565536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8FB59-7D66-B847-A9E5-D2EF7C3D2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8703" y="1253331"/>
            <a:ext cx="565536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383D3-C851-A043-B465-62B6FF72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1D88-40F5-6C40-A5F8-A3F617860B4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6681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A16F-B45E-E44D-AEC9-B2DBF3D1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D41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C7AA6-4931-9C40-8057-3F68C2EE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1D88-40F5-6C40-A5F8-A3F617860B4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980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25C05-6CBD-6442-B999-B482B9BAF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21D88-40F5-6C40-A5F8-A3F617860B4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90052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BD662-EB3C-4EAF-9A3A-38E08CA48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326" y="241334"/>
            <a:ext cx="11553826" cy="610388"/>
          </a:xfrm>
          <a:noFill/>
        </p:spPr>
        <p:txBody>
          <a:bodyPr>
            <a:noAutofit/>
          </a:bodyPr>
          <a:lstStyle>
            <a:lvl1pPr>
              <a:defRPr sz="4000" b="1">
                <a:solidFill>
                  <a:srgbClr val="0E419C"/>
                </a:solidFill>
              </a:defRPr>
            </a:lvl1pPr>
          </a:lstStyle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A57540-AA61-4F49-8204-5904B128EF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7525" y="1108433"/>
            <a:ext cx="11064875" cy="5508233"/>
          </a:xfrm>
        </p:spPr>
        <p:txBody>
          <a:bodyPr/>
          <a:lstStyle>
            <a:lvl1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This is a test.</a:t>
            </a:r>
            <a:endParaRPr lang="zh-CN" altLang="en-US" dirty="0"/>
          </a:p>
          <a:p>
            <a:pPr lvl="1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  <a:p>
            <a:pPr lvl="2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endParaRPr lang="zh-CN" altLang="en-US" dirty="0"/>
          </a:p>
          <a:p>
            <a:pPr lvl="3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65E4C-D95C-4051-9F7B-78194BD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9598" cy="365125"/>
          </a:xfrm>
        </p:spPr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2878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D4B963-4689-4C0B-A3E7-5D0A516F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29"/>
            <a:ext cx="12191998" cy="554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2EC4EC-EEC9-4E2B-8910-81CDFB604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567267"/>
            <a:ext cx="12191998" cy="5925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This is a test</a:t>
            </a:r>
            <a:endParaRPr lang="zh-CN" altLang="en-US" dirty="0"/>
          </a:p>
          <a:p>
            <a:pPr lvl="1"/>
            <a:r>
              <a:rPr lang="en-US" altLang="zh-CN" dirty="0"/>
              <a:t>This is a test</a:t>
            </a:r>
            <a:endParaRPr lang="zh-CN" altLang="en-US" dirty="0"/>
          </a:p>
          <a:p>
            <a:pPr lvl="2"/>
            <a:r>
              <a:rPr lang="en-US" altLang="zh-CN" dirty="0"/>
              <a:t>This is a test</a:t>
            </a:r>
            <a:endParaRPr lang="zh-CN" altLang="en-US" dirty="0"/>
          </a:p>
          <a:p>
            <a:pPr lvl="3"/>
            <a:r>
              <a:rPr lang="en-US" altLang="zh-CN" dirty="0"/>
              <a:t>This is a test</a:t>
            </a:r>
            <a:endParaRPr lang="zh-CN" altLang="en-US" dirty="0"/>
          </a:p>
          <a:p>
            <a:pPr lvl="4"/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1C9E46-0E5F-49EF-B30B-D978E95AB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6266" y="6492875"/>
            <a:ext cx="575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91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D63CCC-6AF4-CB4B-A406-AC71596C2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93" y="155506"/>
            <a:ext cx="12016407" cy="69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A3A20-F602-9B48-A313-FD87A2372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593" y="1467816"/>
            <a:ext cx="11817624" cy="279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EE98F-9C62-EF44-BFCE-756FBCA93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92875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21D88-40F5-6C40-A5F8-A3F617860B4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042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34.png"/><Relationship Id="rId18" Type="http://schemas.openxmlformats.org/officeDocument/2006/relationships/image" Target="../media/image146.png"/><Relationship Id="rId26" Type="http://schemas.openxmlformats.org/officeDocument/2006/relationships/image" Target="../media/image154.png"/><Relationship Id="rId3" Type="http://schemas.openxmlformats.org/officeDocument/2006/relationships/image" Target="../media/image124.png"/><Relationship Id="rId21" Type="http://schemas.openxmlformats.org/officeDocument/2006/relationships/image" Target="../media/image149.png"/><Relationship Id="rId7" Type="http://schemas.openxmlformats.org/officeDocument/2006/relationships/image" Target="../media/image131.png"/><Relationship Id="rId12" Type="http://schemas.openxmlformats.org/officeDocument/2006/relationships/image" Target="../media/image133.png"/><Relationship Id="rId17" Type="http://schemas.openxmlformats.org/officeDocument/2006/relationships/image" Target="../media/image145.png"/><Relationship Id="rId25" Type="http://schemas.openxmlformats.org/officeDocument/2006/relationships/image" Target="../media/image153.png"/><Relationship Id="rId2" Type="http://schemas.openxmlformats.org/officeDocument/2006/relationships/hyperlink" Target="https://www.youtube.com/watch?v=tIvKXrEDMhk" TargetMode="External"/><Relationship Id="rId16" Type="http://schemas.openxmlformats.org/officeDocument/2006/relationships/image" Target="../media/image144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6.png"/><Relationship Id="rId11" Type="http://schemas.openxmlformats.org/officeDocument/2006/relationships/image" Target="../media/image132.png"/><Relationship Id="rId24" Type="http://schemas.openxmlformats.org/officeDocument/2006/relationships/image" Target="../media/image152.png"/><Relationship Id="rId5" Type="http://schemas.openxmlformats.org/officeDocument/2006/relationships/image" Target="../media/image135.png"/><Relationship Id="rId15" Type="http://schemas.openxmlformats.org/officeDocument/2006/relationships/image" Target="../media/image105.png"/><Relationship Id="rId23" Type="http://schemas.openxmlformats.org/officeDocument/2006/relationships/image" Target="../media/image151.png"/><Relationship Id="rId28" Type="http://schemas.openxmlformats.org/officeDocument/2006/relationships/image" Target="../media/image156.png"/><Relationship Id="rId10" Type="http://schemas.openxmlformats.org/officeDocument/2006/relationships/image" Target="../media/image100.png"/><Relationship Id="rId19" Type="http://schemas.openxmlformats.org/officeDocument/2006/relationships/image" Target="../media/image147.png"/><Relationship Id="rId4" Type="http://schemas.openxmlformats.org/officeDocument/2006/relationships/image" Target="../media/image130.png"/><Relationship Id="rId9" Type="http://schemas.openxmlformats.org/officeDocument/2006/relationships/image" Target="../media/image139.png"/><Relationship Id="rId14" Type="http://schemas.openxmlformats.org/officeDocument/2006/relationships/image" Target="../media/image137.png"/><Relationship Id="rId22" Type="http://schemas.openxmlformats.org/officeDocument/2006/relationships/image" Target="../media/image150.png"/><Relationship Id="rId27" Type="http://schemas.openxmlformats.org/officeDocument/2006/relationships/image" Target="../media/image155.png"/></Relationships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26DC-D518-282C-0BAB-0F85BC53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Self-Attention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3FBAF-A25E-EEBF-28DB-6D7E1787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E21D88-40F5-6C40-A5F8-A3F617860B4F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10AEE-8F0E-8EC7-61A8-EA55F2CADCEA}"/>
              </a:ext>
            </a:extLst>
          </p:cNvPr>
          <p:cNvSpPr txBox="1"/>
          <p:nvPr/>
        </p:nvSpPr>
        <p:spPr>
          <a:xfrm>
            <a:off x="9874326" y="40944"/>
            <a:ext cx="2339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Rasa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Algorithm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Whiteboard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  <a:hlinkClick r:id="rId2"/>
              </a:rPr>
              <a:t>2</a:t>
            </a:r>
            <a:endParaRPr kumimoji="0" lang="en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直接连接符 4">
            <a:extLst>
              <a:ext uri="{FF2B5EF4-FFF2-40B4-BE49-F238E27FC236}">
                <a16:creationId xmlns:a16="http://schemas.microsoft.com/office/drawing/2014/main" id="{2D77DB74-81B4-D855-C7D6-2E40DFC19125}"/>
              </a:ext>
            </a:extLst>
          </p:cNvPr>
          <p:cNvCxnSpPr>
            <a:cxnSpLocks/>
            <a:stCxn id="56" idx="1"/>
            <a:endCxn id="40" idx="3"/>
          </p:cNvCxnSpPr>
          <p:nvPr/>
        </p:nvCxnSpPr>
        <p:spPr>
          <a:xfrm flipH="1" flipV="1">
            <a:off x="4386937" y="2537609"/>
            <a:ext cx="3599092" cy="1998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5">
            <a:extLst>
              <a:ext uri="{FF2B5EF4-FFF2-40B4-BE49-F238E27FC236}">
                <a16:creationId xmlns:a16="http://schemas.microsoft.com/office/drawing/2014/main" id="{AC0D8972-C10C-8F98-A834-61B0E7EB11D5}"/>
              </a:ext>
            </a:extLst>
          </p:cNvPr>
          <p:cNvCxnSpPr>
            <a:cxnSpLocks/>
            <a:stCxn id="56" idx="1"/>
            <a:endCxn id="42" idx="3"/>
          </p:cNvCxnSpPr>
          <p:nvPr/>
        </p:nvCxnSpPr>
        <p:spPr>
          <a:xfrm flipH="1" flipV="1">
            <a:off x="5391882" y="2233449"/>
            <a:ext cx="2594147" cy="32414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6">
            <a:extLst>
              <a:ext uri="{FF2B5EF4-FFF2-40B4-BE49-F238E27FC236}">
                <a16:creationId xmlns:a16="http://schemas.microsoft.com/office/drawing/2014/main" id="{5C577A57-2D65-DA6D-4E76-69D3915FA989}"/>
              </a:ext>
            </a:extLst>
          </p:cNvPr>
          <p:cNvCxnSpPr>
            <a:cxnSpLocks/>
            <a:stCxn id="56" idx="1"/>
            <a:endCxn id="44" idx="3"/>
          </p:cNvCxnSpPr>
          <p:nvPr/>
        </p:nvCxnSpPr>
        <p:spPr>
          <a:xfrm flipH="1" flipV="1">
            <a:off x="6396827" y="1941878"/>
            <a:ext cx="1589202" cy="61571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7">
            <a:extLst>
              <a:ext uri="{FF2B5EF4-FFF2-40B4-BE49-F238E27FC236}">
                <a16:creationId xmlns:a16="http://schemas.microsoft.com/office/drawing/2014/main" id="{D49B7C27-1E3B-09CC-7E9E-FB34D840BCEC}"/>
              </a:ext>
            </a:extLst>
          </p:cNvPr>
          <p:cNvCxnSpPr>
            <a:cxnSpLocks/>
            <a:stCxn id="56" idx="1"/>
            <a:endCxn id="46" idx="3"/>
          </p:cNvCxnSpPr>
          <p:nvPr/>
        </p:nvCxnSpPr>
        <p:spPr>
          <a:xfrm flipH="1" flipV="1">
            <a:off x="7344299" y="1646990"/>
            <a:ext cx="641730" cy="91060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8">
            <a:extLst>
              <a:ext uri="{FF2B5EF4-FFF2-40B4-BE49-F238E27FC236}">
                <a16:creationId xmlns:a16="http://schemas.microsoft.com/office/drawing/2014/main" id="{E264C7AE-4410-B1C9-12F1-0299DA12B98F}"/>
              </a:ext>
            </a:extLst>
          </p:cNvPr>
          <p:cNvSpPr/>
          <p:nvPr/>
        </p:nvSpPr>
        <p:spPr>
          <a:xfrm>
            <a:off x="3762177" y="5374221"/>
            <a:ext cx="3812308" cy="505661"/>
          </a:xfrm>
          <a:prstGeom prst="roundRect">
            <a:avLst>
              <a:gd name="adj" fmla="val 442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Dot product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9">
                <a:extLst>
                  <a:ext uri="{FF2B5EF4-FFF2-40B4-BE49-F238E27FC236}">
                    <a16:creationId xmlns:a16="http://schemas.microsoft.com/office/drawing/2014/main" id="{C054D3C6-B752-DF1F-0114-9A7474C6DAD9}"/>
                  </a:ext>
                </a:extLst>
              </p:cNvPr>
              <p:cNvSpPr txBox="1"/>
              <p:nvPr/>
            </p:nvSpPr>
            <p:spPr>
              <a:xfrm>
                <a:off x="2641191" y="6154855"/>
                <a:ext cx="5191583" cy="54686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Embedding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文本框 9">
                <a:extLst>
                  <a:ext uri="{FF2B5EF4-FFF2-40B4-BE49-F238E27FC236}">
                    <a16:creationId xmlns:a16="http://schemas.microsoft.com/office/drawing/2014/main" id="{C054D3C6-B752-DF1F-0114-9A7474C6D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191" y="6154855"/>
                <a:ext cx="5191583" cy="546863"/>
              </a:xfrm>
              <a:prstGeom prst="rect">
                <a:avLst/>
              </a:prstGeom>
              <a:blipFill>
                <a:blip r:embed="rId3"/>
                <a:stretch>
                  <a:fillRect l="-48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7">
            <a:extLst>
              <a:ext uri="{FF2B5EF4-FFF2-40B4-BE49-F238E27FC236}">
                <a16:creationId xmlns:a16="http://schemas.microsoft.com/office/drawing/2014/main" id="{9349C340-7695-D21C-C1F2-61AF519AC5E0}"/>
              </a:ext>
            </a:extLst>
          </p:cNvPr>
          <p:cNvGraphicFramePr>
            <a:graphicFrameLocks noGrp="1"/>
          </p:cNvGraphicFramePr>
          <p:nvPr/>
        </p:nvGraphicFramePr>
        <p:xfrm>
          <a:off x="3762177" y="6561886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13" name="表格 11">
            <a:extLst>
              <a:ext uri="{FF2B5EF4-FFF2-40B4-BE49-F238E27FC236}">
                <a16:creationId xmlns:a16="http://schemas.microsoft.com/office/drawing/2014/main" id="{27EFBC78-E381-793B-7A12-357773D984ED}"/>
              </a:ext>
            </a:extLst>
          </p:cNvPr>
          <p:cNvGraphicFramePr>
            <a:graphicFrameLocks noGrp="1"/>
          </p:cNvGraphicFramePr>
          <p:nvPr/>
        </p:nvGraphicFramePr>
        <p:xfrm>
          <a:off x="4745139" y="6561886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14" name="表格 12">
            <a:extLst>
              <a:ext uri="{FF2B5EF4-FFF2-40B4-BE49-F238E27FC236}">
                <a16:creationId xmlns:a16="http://schemas.microsoft.com/office/drawing/2014/main" id="{769818DC-5E4B-0DC4-81BB-21F299935F60}"/>
              </a:ext>
            </a:extLst>
          </p:cNvPr>
          <p:cNvGraphicFramePr>
            <a:graphicFrameLocks noGrp="1"/>
          </p:cNvGraphicFramePr>
          <p:nvPr/>
        </p:nvGraphicFramePr>
        <p:xfrm>
          <a:off x="5728101" y="6561886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15" name="表格 13">
            <a:extLst>
              <a:ext uri="{FF2B5EF4-FFF2-40B4-BE49-F238E27FC236}">
                <a16:creationId xmlns:a16="http://schemas.microsoft.com/office/drawing/2014/main" id="{6F64D609-323C-FF7B-9AE1-76854FA21FDF}"/>
              </a:ext>
            </a:extLst>
          </p:cNvPr>
          <p:cNvGraphicFramePr>
            <a:graphicFrameLocks noGrp="1"/>
          </p:cNvGraphicFramePr>
          <p:nvPr/>
        </p:nvGraphicFramePr>
        <p:xfrm>
          <a:off x="6711063" y="6561886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cxnSp>
        <p:nvCxnSpPr>
          <p:cNvPr id="16" name="直接连接符 14">
            <a:extLst>
              <a:ext uri="{FF2B5EF4-FFF2-40B4-BE49-F238E27FC236}">
                <a16:creationId xmlns:a16="http://schemas.microsoft.com/office/drawing/2014/main" id="{B5585CE9-791C-B254-144A-CAA8E23DB270}"/>
              </a:ext>
            </a:extLst>
          </p:cNvPr>
          <p:cNvCxnSpPr>
            <a:cxnSpLocks/>
          </p:cNvCxnSpPr>
          <p:nvPr/>
        </p:nvCxnSpPr>
        <p:spPr>
          <a:xfrm flipV="1">
            <a:off x="4156753" y="5879882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5">
            <a:extLst>
              <a:ext uri="{FF2B5EF4-FFF2-40B4-BE49-F238E27FC236}">
                <a16:creationId xmlns:a16="http://schemas.microsoft.com/office/drawing/2014/main" id="{189FC421-26ED-2D1C-6FB9-9CE4C8870A22}"/>
              </a:ext>
            </a:extLst>
          </p:cNvPr>
          <p:cNvCxnSpPr>
            <a:cxnSpLocks/>
          </p:cNvCxnSpPr>
          <p:nvPr/>
        </p:nvCxnSpPr>
        <p:spPr>
          <a:xfrm flipV="1">
            <a:off x="5161698" y="5883242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6">
            <a:extLst>
              <a:ext uri="{FF2B5EF4-FFF2-40B4-BE49-F238E27FC236}">
                <a16:creationId xmlns:a16="http://schemas.microsoft.com/office/drawing/2014/main" id="{A6924A55-A5F7-F4F5-2769-DA2A50E13633}"/>
              </a:ext>
            </a:extLst>
          </p:cNvPr>
          <p:cNvCxnSpPr>
            <a:cxnSpLocks/>
          </p:cNvCxnSpPr>
          <p:nvPr/>
        </p:nvCxnSpPr>
        <p:spPr>
          <a:xfrm flipV="1">
            <a:off x="6139931" y="5886602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7">
            <a:extLst>
              <a:ext uri="{FF2B5EF4-FFF2-40B4-BE49-F238E27FC236}">
                <a16:creationId xmlns:a16="http://schemas.microsoft.com/office/drawing/2014/main" id="{05686475-BFF0-2678-3E46-CD7CCA2E426E}"/>
              </a:ext>
            </a:extLst>
          </p:cNvPr>
          <p:cNvCxnSpPr>
            <a:cxnSpLocks/>
          </p:cNvCxnSpPr>
          <p:nvPr/>
        </p:nvCxnSpPr>
        <p:spPr>
          <a:xfrm flipV="1">
            <a:off x="7118163" y="5883242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8">
                <a:extLst>
                  <a:ext uri="{FF2B5EF4-FFF2-40B4-BE49-F238E27FC236}">
                    <a16:creationId xmlns:a16="http://schemas.microsoft.com/office/drawing/2014/main" id="{A9434C6E-335D-397B-1455-AEEB6221A86F}"/>
                  </a:ext>
                </a:extLst>
              </p:cNvPr>
              <p:cNvSpPr txBox="1"/>
              <p:nvPr/>
            </p:nvSpPr>
            <p:spPr>
              <a:xfrm>
                <a:off x="8421804" y="5402291"/>
                <a:ext cx="73660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文本框 18">
                <a:extLst>
                  <a:ext uri="{FF2B5EF4-FFF2-40B4-BE49-F238E27FC236}">
                    <a16:creationId xmlns:a16="http://schemas.microsoft.com/office/drawing/2014/main" id="{A9434C6E-335D-397B-1455-AEEB6221A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804" y="5402291"/>
                <a:ext cx="736601" cy="461665"/>
              </a:xfrm>
              <a:prstGeom prst="rect">
                <a:avLst/>
              </a:prstGeom>
              <a:blipFill>
                <a:blip r:embed="rId4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连接符 19">
            <a:extLst>
              <a:ext uri="{FF2B5EF4-FFF2-40B4-BE49-F238E27FC236}">
                <a16:creationId xmlns:a16="http://schemas.microsoft.com/office/drawing/2014/main" id="{A0A23CB9-F079-66DB-CD4D-DE81F174F9A6}"/>
              </a:ext>
            </a:extLst>
          </p:cNvPr>
          <p:cNvCxnSpPr>
            <a:cxnSpLocks/>
            <a:stCxn id="77" idx="1"/>
            <a:endCxn id="10" idx="3"/>
          </p:cNvCxnSpPr>
          <p:nvPr/>
        </p:nvCxnSpPr>
        <p:spPr>
          <a:xfrm flipH="1" flipV="1">
            <a:off x="7574485" y="5627052"/>
            <a:ext cx="546699" cy="6073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表格 20">
            <a:extLst>
              <a:ext uri="{FF2B5EF4-FFF2-40B4-BE49-F238E27FC236}">
                <a16:creationId xmlns:a16="http://schemas.microsoft.com/office/drawing/2014/main" id="{95ADDBA6-19BB-8789-976D-50A60210C7DC}"/>
              </a:ext>
            </a:extLst>
          </p:cNvPr>
          <p:cNvGraphicFramePr>
            <a:graphicFrameLocks noGrp="1"/>
          </p:cNvGraphicFramePr>
          <p:nvPr/>
        </p:nvGraphicFramePr>
        <p:xfrm>
          <a:off x="9074717" y="5522427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cxnSp>
        <p:nvCxnSpPr>
          <p:cNvPr id="23" name="直接连接符 21">
            <a:extLst>
              <a:ext uri="{FF2B5EF4-FFF2-40B4-BE49-F238E27FC236}">
                <a16:creationId xmlns:a16="http://schemas.microsoft.com/office/drawing/2014/main" id="{01171DB4-72EB-3730-C01E-906AC69770D3}"/>
              </a:ext>
            </a:extLst>
          </p:cNvPr>
          <p:cNvCxnSpPr>
            <a:cxnSpLocks/>
          </p:cNvCxnSpPr>
          <p:nvPr/>
        </p:nvCxnSpPr>
        <p:spPr>
          <a:xfrm flipV="1">
            <a:off x="4156752" y="4998836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2">
            <a:extLst>
              <a:ext uri="{FF2B5EF4-FFF2-40B4-BE49-F238E27FC236}">
                <a16:creationId xmlns:a16="http://schemas.microsoft.com/office/drawing/2014/main" id="{82FDF8DF-A0C1-8123-84F0-A23B443BF768}"/>
              </a:ext>
            </a:extLst>
          </p:cNvPr>
          <p:cNvCxnSpPr>
            <a:cxnSpLocks/>
          </p:cNvCxnSpPr>
          <p:nvPr/>
        </p:nvCxnSpPr>
        <p:spPr>
          <a:xfrm flipV="1">
            <a:off x="5161697" y="5002196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3">
            <a:extLst>
              <a:ext uri="{FF2B5EF4-FFF2-40B4-BE49-F238E27FC236}">
                <a16:creationId xmlns:a16="http://schemas.microsoft.com/office/drawing/2014/main" id="{DEBC595B-DDF4-9975-8450-8B096082269F}"/>
              </a:ext>
            </a:extLst>
          </p:cNvPr>
          <p:cNvCxnSpPr>
            <a:cxnSpLocks/>
          </p:cNvCxnSpPr>
          <p:nvPr/>
        </p:nvCxnSpPr>
        <p:spPr>
          <a:xfrm flipV="1">
            <a:off x="6139930" y="5005556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4">
            <a:extLst>
              <a:ext uri="{FF2B5EF4-FFF2-40B4-BE49-F238E27FC236}">
                <a16:creationId xmlns:a16="http://schemas.microsoft.com/office/drawing/2014/main" id="{AC9CD0E9-2266-B9B2-82BF-201702D305AB}"/>
              </a:ext>
            </a:extLst>
          </p:cNvPr>
          <p:cNvCxnSpPr>
            <a:cxnSpLocks/>
          </p:cNvCxnSpPr>
          <p:nvPr/>
        </p:nvCxnSpPr>
        <p:spPr>
          <a:xfrm flipV="1">
            <a:off x="7118162" y="5002196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5">
                <a:extLst>
                  <a:ext uri="{FF2B5EF4-FFF2-40B4-BE49-F238E27FC236}">
                    <a16:creationId xmlns:a16="http://schemas.microsoft.com/office/drawing/2014/main" id="{9244993E-2390-079A-A7CD-1C1B58908351}"/>
                  </a:ext>
                </a:extLst>
              </p:cNvPr>
              <p:cNvSpPr txBox="1"/>
              <p:nvPr/>
            </p:nvSpPr>
            <p:spPr>
              <a:xfrm>
                <a:off x="2779216" y="4499895"/>
                <a:ext cx="4795270" cy="54686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Scoring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7" name="文本框 25">
                <a:extLst>
                  <a:ext uri="{FF2B5EF4-FFF2-40B4-BE49-F238E27FC236}">
                    <a16:creationId xmlns:a16="http://schemas.microsoft.com/office/drawing/2014/main" id="{9244993E-2390-079A-A7CD-1C1B58908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216" y="4499895"/>
                <a:ext cx="4795270" cy="546863"/>
              </a:xfrm>
              <a:prstGeom prst="rect">
                <a:avLst/>
              </a:prstGeom>
              <a:blipFill>
                <a:blip r:embed="rId5"/>
                <a:stretch>
                  <a:fillRect l="-5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连接符 26">
            <a:extLst>
              <a:ext uri="{FF2B5EF4-FFF2-40B4-BE49-F238E27FC236}">
                <a16:creationId xmlns:a16="http://schemas.microsoft.com/office/drawing/2014/main" id="{4342E9BC-524D-FAED-6F46-59FD35E5A156}"/>
              </a:ext>
            </a:extLst>
          </p:cNvPr>
          <p:cNvCxnSpPr>
            <a:cxnSpLocks/>
          </p:cNvCxnSpPr>
          <p:nvPr/>
        </p:nvCxnSpPr>
        <p:spPr>
          <a:xfrm flipV="1">
            <a:off x="4156751" y="4242175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7">
            <a:extLst>
              <a:ext uri="{FF2B5EF4-FFF2-40B4-BE49-F238E27FC236}">
                <a16:creationId xmlns:a16="http://schemas.microsoft.com/office/drawing/2014/main" id="{0BB822EE-9BF6-AEF6-C254-DD6EB6C54454}"/>
              </a:ext>
            </a:extLst>
          </p:cNvPr>
          <p:cNvCxnSpPr>
            <a:cxnSpLocks/>
          </p:cNvCxnSpPr>
          <p:nvPr/>
        </p:nvCxnSpPr>
        <p:spPr>
          <a:xfrm flipV="1">
            <a:off x="5161696" y="4245535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8">
            <a:extLst>
              <a:ext uri="{FF2B5EF4-FFF2-40B4-BE49-F238E27FC236}">
                <a16:creationId xmlns:a16="http://schemas.microsoft.com/office/drawing/2014/main" id="{2B3C4BB9-0D89-4925-F35E-30C97DE48247}"/>
              </a:ext>
            </a:extLst>
          </p:cNvPr>
          <p:cNvCxnSpPr>
            <a:cxnSpLocks/>
          </p:cNvCxnSpPr>
          <p:nvPr/>
        </p:nvCxnSpPr>
        <p:spPr>
          <a:xfrm flipV="1">
            <a:off x="6139929" y="4248895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29">
            <a:extLst>
              <a:ext uri="{FF2B5EF4-FFF2-40B4-BE49-F238E27FC236}">
                <a16:creationId xmlns:a16="http://schemas.microsoft.com/office/drawing/2014/main" id="{4D57F934-4A5A-D0EF-6556-578F34B4E651}"/>
              </a:ext>
            </a:extLst>
          </p:cNvPr>
          <p:cNvCxnSpPr>
            <a:cxnSpLocks/>
          </p:cNvCxnSpPr>
          <p:nvPr/>
        </p:nvCxnSpPr>
        <p:spPr>
          <a:xfrm flipV="1">
            <a:off x="7118161" y="4245535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0">
            <a:extLst>
              <a:ext uri="{FF2B5EF4-FFF2-40B4-BE49-F238E27FC236}">
                <a16:creationId xmlns:a16="http://schemas.microsoft.com/office/drawing/2014/main" id="{ECB9F9E0-C57E-C015-A5D4-69692B50FD7F}"/>
              </a:ext>
            </a:extLst>
          </p:cNvPr>
          <p:cNvSpPr/>
          <p:nvPr/>
        </p:nvSpPr>
        <p:spPr>
          <a:xfrm>
            <a:off x="3731875" y="3681029"/>
            <a:ext cx="3812308" cy="521727"/>
          </a:xfrm>
          <a:prstGeom prst="roundRect">
            <a:avLst>
              <a:gd name="adj" fmla="val 442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Normalize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1">
                <a:extLst>
                  <a:ext uri="{FF2B5EF4-FFF2-40B4-BE49-F238E27FC236}">
                    <a16:creationId xmlns:a16="http://schemas.microsoft.com/office/drawing/2014/main" id="{7183D8F5-3147-15B7-E94A-FBF89B5C5EE0}"/>
                  </a:ext>
                </a:extLst>
              </p:cNvPr>
              <p:cNvSpPr txBox="1"/>
              <p:nvPr/>
            </p:nvSpPr>
            <p:spPr>
              <a:xfrm>
                <a:off x="7636133" y="3637648"/>
                <a:ext cx="1200072" cy="703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3" name="文本框 31">
                <a:extLst>
                  <a:ext uri="{FF2B5EF4-FFF2-40B4-BE49-F238E27FC236}">
                    <a16:creationId xmlns:a16="http://schemas.microsoft.com/office/drawing/2014/main" id="{7183D8F5-3147-15B7-E94A-FBF89B5C5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6133" y="3637648"/>
                <a:ext cx="1200072" cy="703526"/>
              </a:xfrm>
              <a:prstGeom prst="rect">
                <a:avLst/>
              </a:prstGeom>
              <a:blipFill>
                <a:blip r:embed="rId6"/>
                <a:stretch>
                  <a:fillRect l="-68421" t="-139286" r="-3158" b="-18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连接符 32">
            <a:extLst>
              <a:ext uri="{FF2B5EF4-FFF2-40B4-BE49-F238E27FC236}">
                <a16:creationId xmlns:a16="http://schemas.microsoft.com/office/drawing/2014/main" id="{71CC5AA5-4365-7264-0104-C20AD73F2520}"/>
              </a:ext>
            </a:extLst>
          </p:cNvPr>
          <p:cNvCxnSpPr>
            <a:cxnSpLocks/>
          </p:cNvCxnSpPr>
          <p:nvPr/>
        </p:nvCxnSpPr>
        <p:spPr>
          <a:xfrm flipV="1">
            <a:off x="4156750" y="3313863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3">
            <a:extLst>
              <a:ext uri="{FF2B5EF4-FFF2-40B4-BE49-F238E27FC236}">
                <a16:creationId xmlns:a16="http://schemas.microsoft.com/office/drawing/2014/main" id="{BBAE7132-A382-D1ED-DD0A-8C63BCCDE83E}"/>
              </a:ext>
            </a:extLst>
          </p:cNvPr>
          <p:cNvCxnSpPr>
            <a:cxnSpLocks/>
          </p:cNvCxnSpPr>
          <p:nvPr/>
        </p:nvCxnSpPr>
        <p:spPr>
          <a:xfrm flipV="1">
            <a:off x="5161695" y="3317223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4">
            <a:extLst>
              <a:ext uri="{FF2B5EF4-FFF2-40B4-BE49-F238E27FC236}">
                <a16:creationId xmlns:a16="http://schemas.microsoft.com/office/drawing/2014/main" id="{AB920E92-FBB2-B610-D66C-1901F4AA5F22}"/>
              </a:ext>
            </a:extLst>
          </p:cNvPr>
          <p:cNvCxnSpPr>
            <a:cxnSpLocks/>
          </p:cNvCxnSpPr>
          <p:nvPr/>
        </p:nvCxnSpPr>
        <p:spPr>
          <a:xfrm flipV="1">
            <a:off x="6139928" y="3320583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5">
            <a:extLst>
              <a:ext uri="{FF2B5EF4-FFF2-40B4-BE49-F238E27FC236}">
                <a16:creationId xmlns:a16="http://schemas.microsoft.com/office/drawing/2014/main" id="{96DE2A67-D24B-CB2D-1855-EB3E4125C642}"/>
              </a:ext>
            </a:extLst>
          </p:cNvPr>
          <p:cNvCxnSpPr>
            <a:cxnSpLocks/>
          </p:cNvCxnSpPr>
          <p:nvPr/>
        </p:nvCxnSpPr>
        <p:spPr>
          <a:xfrm flipV="1">
            <a:off x="7118160" y="3317223"/>
            <a:ext cx="1" cy="36960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6">
                <a:extLst>
                  <a:ext uri="{FF2B5EF4-FFF2-40B4-BE49-F238E27FC236}">
                    <a16:creationId xmlns:a16="http://schemas.microsoft.com/office/drawing/2014/main" id="{545FEF60-88CC-FB6A-C106-158FC954D87A}"/>
                  </a:ext>
                </a:extLst>
              </p:cNvPr>
              <p:cNvSpPr txBox="1"/>
              <p:nvPr/>
            </p:nvSpPr>
            <p:spPr>
              <a:xfrm>
                <a:off x="3038008" y="935809"/>
                <a:ext cx="4795270" cy="54686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8" name="文本框 36">
                <a:extLst>
                  <a:ext uri="{FF2B5EF4-FFF2-40B4-BE49-F238E27FC236}">
                    <a16:creationId xmlns:a16="http://schemas.microsoft.com/office/drawing/2014/main" id="{545FEF60-88CC-FB6A-C106-158FC954D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008" y="935809"/>
                <a:ext cx="4795270" cy="5468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菱形 37">
            <a:extLst>
              <a:ext uri="{FF2B5EF4-FFF2-40B4-BE49-F238E27FC236}">
                <a16:creationId xmlns:a16="http://schemas.microsoft.com/office/drawing/2014/main" id="{F8067D32-8163-2F0F-2DC7-C237FE9956E7}"/>
              </a:ext>
            </a:extLst>
          </p:cNvPr>
          <p:cNvSpPr/>
          <p:nvPr/>
        </p:nvSpPr>
        <p:spPr>
          <a:xfrm>
            <a:off x="3951238" y="2356568"/>
            <a:ext cx="391886" cy="39188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8">
                <a:extLst>
                  <a:ext uri="{FF2B5EF4-FFF2-40B4-BE49-F238E27FC236}">
                    <a16:creationId xmlns:a16="http://schemas.microsoft.com/office/drawing/2014/main" id="{3A6E973A-D2ED-BF85-6D32-20DF87E2E3E3}"/>
                  </a:ext>
                </a:extLst>
              </p:cNvPr>
              <p:cNvSpPr txBox="1"/>
              <p:nvPr/>
            </p:nvSpPr>
            <p:spPr>
              <a:xfrm>
                <a:off x="3926562" y="2306776"/>
                <a:ext cx="4603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×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0" name="文本框 38">
                <a:extLst>
                  <a:ext uri="{FF2B5EF4-FFF2-40B4-BE49-F238E27FC236}">
                    <a16:creationId xmlns:a16="http://schemas.microsoft.com/office/drawing/2014/main" id="{3A6E973A-D2ED-BF85-6D32-20DF87E2E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562" y="2306776"/>
                <a:ext cx="46037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菱形 39">
            <a:extLst>
              <a:ext uri="{FF2B5EF4-FFF2-40B4-BE49-F238E27FC236}">
                <a16:creationId xmlns:a16="http://schemas.microsoft.com/office/drawing/2014/main" id="{BE5301FA-4FD1-C010-D3E7-FF35711E63FD}"/>
              </a:ext>
            </a:extLst>
          </p:cNvPr>
          <p:cNvSpPr/>
          <p:nvPr/>
        </p:nvSpPr>
        <p:spPr>
          <a:xfrm>
            <a:off x="4956183" y="2052408"/>
            <a:ext cx="391886" cy="39188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0">
                <a:extLst>
                  <a:ext uri="{FF2B5EF4-FFF2-40B4-BE49-F238E27FC236}">
                    <a16:creationId xmlns:a16="http://schemas.microsoft.com/office/drawing/2014/main" id="{6A213B22-B670-9C6F-753A-84A92D0B73F6}"/>
                  </a:ext>
                </a:extLst>
              </p:cNvPr>
              <p:cNvSpPr txBox="1"/>
              <p:nvPr/>
            </p:nvSpPr>
            <p:spPr>
              <a:xfrm>
                <a:off x="4931507" y="2002616"/>
                <a:ext cx="4603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×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2" name="文本框 40">
                <a:extLst>
                  <a:ext uri="{FF2B5EF4-FFF2-40B4-BE49-F238E27FC236}">
                    <a16:creationId xmlns:a16="http://schemas.microsoft.com/office/drawing/2014/main" id="{6A213B22-B670-9C6F-753A-84A92D0B7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507" y="2002616"/>
                <a:ext cx="46037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菱形 41">
            <a:extLst>
              <a:ext uri="{FF2B5EF4-FFF2-40B4-BE49-F238E27FC236}">
                <a16:creationId xmlns:a16="http://schemas.microsoft.com/office/drawing/2014/main" id="{B9C9BB53-4525-B721-D03F-288F79EEE72E}"/>
              </a:ext>
            </a:extLst>
          </p:cNvPr>
          <p:cNvSpPr/>
          <p:nvPr/>
        </p:nvSpPr>
        <p:spPr>
          <a:xfrm>
            <a:off x="5961128" y="1760837"/>
            <a:ext cx="391886" cy="39188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2">
                <a:extLst>
                  <a:ext uri="{FF2B5EF4-FFF2-40B4-BE49-F238E27FC236}">
                    <a16:creationId xmlns:a16="http://schemas.microsoft.com/office/drawing/2014/main" id="{299F878F-2DE1-9E8A-8DD7-43DDB7A01A91}"/>
                  </a:ext>
                </a:extLst>
              </p:cNvPr>
              <p:cNvSpPr txBox="1"/>
              <p:nvPr/>
            </p:nvSpPr>
            <p:spPr>
              <a:xfrm>
                <a:off x="5936452" y="1711045"/>
                <a:ext cx="4603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×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4" name="文本框 42">
                <a:extLst>
                  <a:ext uri="{FF2B5EF4-FFF2-40B4-BE49-F238E27FC236}">
                    <a16:creationId xmlns:a16="http://schemas.microsoft.com/office/drawing/2014/main" id="{299F878F-2DE1-9E8A-8DD7-43DDB7A01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452" y="1711045"/>
                <a:ext cx="46037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菱形 43">
            <a:extLst>
              <a:ext uri="{FF2B5EF4-FFF2-40B4-BE49-F238E27FC236}">
                <a16:creationId xmlns:a16="http://schemas.microsoft.com/office/drawing/2014/main" id="{88D20B4E-18DB-5085-D52E-51A376838CC4}"/>
              </a:ext>
            </a:extLst>
          </p:cNvPr>
          <p:cNvSpPr/>
          <p:nvPr/>
        </p:nvSpPr>
        <p:spPr>
          <a:xfrm>
            <a:off x="6908600" y="1465949"/>
            <a:ext cx="391886" cy="39188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4">
                <a:extLst>
                  <a:ext uri="{FF2B5EF4-FFF2-40B4-BE49-F238E27FC236}">
                    <a16:creationId xmlns:a16="http://schemas.microsoft.com/office/drawing/2014/main" id="{873FE73E-7BAA-608C-47A2-DD0A9B4E1042}"/>
                  </a:ext>
                </a:extLst>
              </p:cNvPr>
              <p:cNvSpPr txBox="1"/>
              <p:nvPr/>
            </p:nvSpPr>
            <p:spPr>
              <a:xfrm>
                <a:off x="6883924" y="1416157"/>
                <a:ext cx="4603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×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6" name="文本框 44">
                <a:extLst>
                  <a:ext uri="{FF2B5EF4-FFF2-40B4-BE49-F238E27FC236}">
                    <a16:creationId xmlns:a16="http://schemas.microsoft.com/office/drawing/2014/main" id="{873FE73E-7BAA-608C-47A2-DD0A9B4E1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924" y="1416157"/>
                <a:ext cx="46037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连接符 45">
            <a:extLst>
              <a:ext uri="{FF2B5EF4-FFF2-40B4-BE49-F238E27FC236}">
                <a16:creationId xmlns:a16="http://schemas.microsoft.com/office/drawing/2014/main" id="{46CF6E85-905E-E758-709C-9BAEA5FC7509}"/>
              </a:ext>
            </a:extLst>
          </p:cNvPr>
          <p:cNvCxnSpPr>
            <a:cxnSpLocks/>
            <a:endCxn id="40" idx="2"/>
          </p:cNvCxnSpPr>
          <p:nvPr/>
        </p:nvCxnSpPr>
        <p:spPr>
          <a:xfrm flipV="1">
            <a:off x="4156750" y="2768441"/>
            <a:ext cx="0" cy="217959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6">
            <a:extLst>
              <a:ext uri="{FF2B5EF4-FFF2-40B4-BE49-F238E27FC236}">
                <a16:creationId xmlns:a16="http://schemas.microsoft.com/office/drawing/2014/main" id="{C37D7621-0F94-CD7C-2601-9C91D7B2DC76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5152126" y="2464281"/>
            <a:ext cx="9569" cy="482315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7">
            <a:extLst>
              <a:ext uri="{FF2B5EF4-FFF2-40B4-BE49-F238E27FC236}">
                <a16:creationId xmlns:a16="http://schemas.microsoft.com/office/drawing/2014/main" id="{CFBA7E6D-BAB4-3C72-AFE0-00F21D7520FC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6157071" y="2172710"/>
            <a:ext cx="9569" cy="773886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8">
            <a:extLst>
              <a:ext uri="{FF2B5EF4-FFF2-40B4-BE49-F238E27FC236}">
                <a16:creationId xmlns:a16="http://schemas.microsoft.com/office/drawing/2014/main" id="{162CDF29-2D52-8F38-211A-A154C33CADF9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7114111" y="1877822"/>
            <a:ext cx="1" cy="1068364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49">
            <a:extLst>
              <a:ext uri="{FF2B5EF4-FFF2-40B4-BE49-F238E27FC236}">
                <a16:creationId xmlns:a16="http://schemas.microsoft.com/office/drawing/2014/main" id="{80675BEE-CA58-74E1-28DC-C690BBE9C055}"/>
              </a:ext>
            </a:extLst>
          </p:cNvPr>
          <p:cNvCxnSpPr>
            <a:cxnSpLocks/>
            <a:stCxn id="40" idx="0"/>
          </p:cNvCxnSpPr>
          <p:nvPr/>
        </p:nvCxnSpPr>
        <p:spPr>
          <a:xfrm flipH="1" flipV="1">
            <a:off x="4147181" y="1277440"/>
            <a:ext cx="9569" cy="1029336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0">
            <a:extLst>
              <a:ext uri="{FF2B5EF4-FFF2-40B4-BE49-F238E27FC236}">
                <a16:creationId xmlns:a16="http://schemas.microsoft.com/office/drawing/2014/main" id="{88CD66AD-827B-D787-9B02-1890B181FE4A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5161695" y="1289868"/>
            <a:ext cx="7577" cy="712748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1">
            <a:extLst>
              <a:ext uri="{FF2B5EF4-FFF2-40B4-BE49-F238E27FC236}">
                <a16:creationId xmlns:a16="http://schemas.microsoft.com/office/drawing/2014/main" id="{A135ED33-07B7-AA07-7CD4-2BA5C799E91D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6164648" y="1327373"/>
            <a:ext cx="1992" cy="383672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2">
            <a:extLst>
              <a:ext uri="{FF2B5EF4-FFF2-40B4-BE49-F238E27FC236}">
                <a16:creationId xmlns:a16="http://schemas.microsoft.com/office/drawing/2014/main" id="{ABEAEB40-44E5-1F8E-8EE6-DFE3088F861C}"/>
              </a:ext>
            </a:extLst>
          </p:cNvPr>
          <p:cNvCxnSpPr>
            <a:cxnSpLocks/>
            <a:stCxn id="46" idx="0"/>
          </p:cNvCxnSpPr>
          <p:nvPr/>
        </p:nvCxnSpPr>
        <p:spPr>
          <a:xfrm flipH="1" flipV="1">
            <a:off x="7114111" y="1258063"/>
            <a:ext cx="1" cy="158094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菱形 53">
            <a:extLst>
              <a:ext uri="{FF2B5EF4-FFF2-40B4-BE49-F238E27FC236}">
                <a16:creationId xmlns:a16="http://schemas.microsoft.com/office/drawing/2014/main" id="{2BAF663C-DB14-DFF9-55C7-FB0C51502BEE}"/>
              </a:ext>
            </a:extLst>
          </p:cNvPr>
          <p:cNvSpPr/>
          <p:nvPr/>
        </p:nvSpPr>
        <p:spPr>
          <a:xfrm>
            <a:off x="8010705" y="2376554"/>
            <a:ext cx="391886" cy="39188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4">
                <a:extLst>
                  <a:ext uri="{FF2B5EF4-FFF2-40B4-BE49-F238E27FC236}">
                    <a16:creationId xmlns:a16="http://schemas.microsoft.com/office/drawing/2014/main" id="{158E51E9-4013-28C2-1B79-9B8A0F41E279}"/>
                  </a:ext>
                </a:extLst>
              </p:cNvPr>
              <p:cNvSpPr txBox="1"/>
              <p:nvPr/>
            </p:nvSpPr>
            <p:spPr>
              <a:xfrm>
                <a:off x="7986029" y="2326762"/>
                <a:ext cx="4603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6" name="文本框 54">
                <a:extLst>
                  <a:ext uri="{FF2B5EF4-FFF2-40B4-BE49-F238E27FC236}">
                    <a16:creationId xmlns:a16="http://schemas.microsoft.com/office/drawing/2014/main" id="{158E51E9-4013-28C2-1B79-9B8A0F41E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029" y="2326762"/>
                <a:ext cx="46037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接连接符 55">
            <a:extLst>
              <a:ext uri="{FF2B5EF4-FFF2-40B4-BE49-F238E27FC236}">
                <a16:creationId xmlns:a16="http://schemas.microsoft.com/office/drawing/2014/main" id="{FFC055F1-72CA-3B15-28A9-41D3698EAD69}"/>
              </a:ext>
            </a:extLst>
          </p:cNvPr>
          <p:cNvCxnSpPr>
            <a:cxnSpLocks/>
            <a:stCxn id="58" idx="1"/>
            <a:endCxn id="56" idx="3"/>
          </p:cNvCxnSpPr>
          <p:nvPr/>
        </p:nvCxnSpPr>
        <p:spPr>
          <a:xfrm flipH="1">
            <a:off x="8446404" y="2547602"/>
            <a:ext cx="767899" cy="999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6">
                <a:extLst>
                  <a:ext uri="{FF2B5EF4-FFF2-40B4-BE49-F238E27FC236}">
                    <a16:creationId xmlns:a16="http://schemas.microsoft.com/office/drawing/2014/main" id="{8A5709EA-C98F-8F8E-3600-11C6425D1795}"/>
                  </a:ext>
                </a:extLst>
              </p:cNvPr>
              <p:cNvSpPr txBox="1"/>
              <p:nvPr/>
            </p:nvSpPr>
            <p:spPr>
              <a:xfrm>
                <a:off x="9214303" y="2362936"/>
                <a:ext cx="5833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𝒛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8" name="文本框 56">
                <a:extLst>
                  <a:ext uri="{FF2B5EF4-FFF2-40B4-BE49-F238E27FC236}">
                    <a16:creationId xmlns:a16="http://schemas.microsoft.com/office/drawing/2014/main" id="{8A5709EA-C98F-8F8E-3600-11C6425D1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4303" y="2362936"/>
                <a:ext cx="58336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7">
                <a:extLst>
                  <a:ext uri="{FF2B5EF4-FFF2-40B4-BE49-F238E27FC236}">
                    <a16:creationId xmlns:a16="http://schemas.microsoft.com/office/drawing/2014/main" id="{DD388DB6-89AA-5FFE-EE99-AF0866907EA3}"/>
                  </a:ext>
                </a:extLst>
              </p:cNvPr>
              <p:cNvSpPr txBox="1"/>
              <p:nvPr/>
            </p:nvSpPr>
            <p:spPr>
              <a:xfrm>
                <a:off x="9216422" y="2877420"/>
                <a:ext cx="5833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𝒛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9" name="文本框 57">
                <a:extLst>
                  <a:ext uri="{FF2B5EF4-FFF2-40B4-BE49-F238E27FC236}">
                    <a16:creationId xmlns:a16="http://schemas.microsoft.com/office/drawing/2014/main" id="{DD388DB6-89AA-5FFE-EE99-AF0866907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422" y="2877420"/>
                <a:ext cx="583362" cy="369332"/>
              </a:xfrm>
              <a:prstGeom prst="rect">
                <a:avLst/>
              </a:prstGeom>
              <a:blipFill>
                <a:blip r:embed="rId1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8">
                <a:extLst>
                  <a:ext uri="{FF2B5EF4-FFF2-40B4-BE49-F238E27FC236}">
                    <a16:creationId xmlns:a16="http://schemas.microsoft.com/office/drawing/2014/main" id="{00562124-B498-5113-56F3-6AF44FA415E8}"/>
                  </a:ext>
                </a:extLst>
              </p:cNvPr>
              <p:cNvSpPr txBox="1"/>
              <p:nvPr/>
            </p:nvSpPr>
            <p:spPr>
              <a:xfrm>
                <a:off x="9214303" y="1848452"/>
                <a:ext cx="5833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𝒛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0" name="文本框 58">
                <a:extLst>
                  <a:ext uri="{FF2B5EF4-FFF2-40B4-BE49-F238E27FC236}">
                    <a16:creationId xmlns:a16="http://schemas.microsoft.com/office/drawing/2014/main" id="{00562124-B498-5113-56F3-6AF44FA41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4303" y="1848452"/>
                <a:ext cx="583362" cy="369332"/>
              </a:xfrm>
              <a:prstGeom prst="rect">
                <a:avLst/>
              </a:prstGeom>
              <a:blipFill>
                <a:blip r:embed="rId1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59">
                <a:extLst>
                  <a:ext uri="{FF2B5EF4-FFF2-40B4-BE49-F238E27FC236}">
                    <a16:creationId xmlns:a16="http://schemas.microsoft.com/office/drawing/2014/main" id="{73516FD9-D5B0-E216-6A4B-BF041046C9A5}"/>
                  </a:ext>
                </a:extLst>
              </p:cNvPr>
              <p:cNvSpPr txBox="1"/>
              <p:nvPr/>
            </p:nvSpPr>
            <p:spPr>
              <a:xfrm>
                <a:off x="9214303" y="1333968"/>
                <a:ext cx="5833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𝒛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1" name="文本框 59">
                <a:extLst>
                  <a:ext uri="{FF2B5EF4-FFF2-40B4-BE49-F238E27FC236}">
                    <a16:creationId xmlns:a16="http://schemas.microsoft.com/office/drawing/2014/main" id="{73516FD9-D5B0-E216-6A4B-BF041046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4303" y="1333968"/>
                <a:ext cx="583362" cy="369332"/>
              </a:xfrm>
              <a:prstGeom prst="rect">
                <a:avLst/>
              </a:prstGeom>
              <a:blipFill>
                <a:blip r:embed="rId14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2" name="表格 60">
            <a:extLst>
              <a:ext uri="{FF2B5EF4-FFF2-40B4-BE49-F238E27FC236}">
                <a16:creationId xmlns:a16="http://schemas.microsoft.com/office/drawing/2014/main" id="{4FB525FF-18A1-6699-7E63-A89B3BCB3CA4}"/>
              </a:ext>
            </a:extLst>
          </p:cNvPr>
          <p:cNvGraphicFramePr>
            <a:graphicFrameLocks noGrp="1"/>
          </p:cNvGraphicFramePr>
          <p:nvPr/>
        </p:nvGraphicFramePr>
        <p:xfrm>
          <a:off x="9852584" y="1446029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63" name="表格 61">
            <a:extLst>
              <a:ext uri="{FF2B5EF4-FFF2-40B4-BE49-F238E27FC236}">
                <a16:creationId xmlns:a16="http://schemas.microsoft.com/office/drawing/2014/main" id="{5F43FCB8-7EA8-90BD-B592-28C6EA3A9885}"/>
              </a:ext>
            </a:extLst>
          </p:cNvPr>
          <p:cNvGraphicFramePr>
            <a:graphicFrameLocks noGrp="1"/>
          </p:cNvGraphicFramePr>
          <p:nvPr/>
        </p:nvGraphicFramePr>
        <p:xfrm>
          <a:off x="9852584" y="1941877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64" name="表格 62">
            <a:extLst>
              <a:ext uri="{FF2B5EF4-FFF2-40B4-BE49-F238E27FC236}">
                <a16:creationId xmlns:a16="http://schemas.microsoft.com/office/drawing/2014/main" id="{6A6577D6-C88E-EFBB-2D68-AE2E32A37F55}"/>
              </a:ext>
            </a:extLst>
          </p:cNvPr>
          <p:cNvGraphicFramePr>
            <a:graphicFrameLocks noGrp="1"/>
          </p:cNvGraphicFramePr>
          <p:nvPr/>
        </p:nvGraphicFramePr>
        <p:xfrm>
          <a:off x="9852584" y="2464281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p:graphicFrame>
        <p:nvGraphicFramePr>
          <p:cNvPr id="65" name="表格 63">
            <a:extLst>
              <a:ext uri="{FF2B5EF4-FFF2-40B4-BE49-F238E27FC236}">
                <a16:creationId xmlns:a16="http://schemas.microsoft.com/office/drawing/2014/main" id="{D8DB495D-DE77-0D4C-CAC0-61EA9EE69441}"/>
              </a:ext>
            </a:extLst>
          </p:cNvPr>
          <p:cNvGraphicFramePr>
            <a:graphicFrameLocks noGrp="1"/>
          </p:cNvGraphicFramePr>
          <p:nvPr/>
        </p:nvGraphicFramePr>
        <p:xfrm>
          <a:off x="9870616" y="3003994"/>
          <a:ext cx="833120" cy="290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8589597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96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16851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6847962"/>
                    </a:ext>
                  </a:extLst>
                </a:gridCol>
              </a:tblGrid>
              <a:tr h="290406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97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4">
                <a:extLst>
                  <a:ext uri="{FF2B5EF4-FFF2-40B4-BE49-F238E27FC236}">
                    <a16:creationId xmlns:a16="http://schemas.microsoft.com/office/drawing/2014/main" id="{B0E92605-5303-7408-422D-A41F02D45ADC}"/>
                  </a:ext>
                </a:extLst>
              </p:cNvPr>
              <p:cNvSpPr txBox="1"/>
              <p:nvPr/>
            </p:nvSpPr>
            <p:spPr>
              <a:xfrm>
                <a:off x="2779215" y="2825912"/>
                <a:ext cx="4795270" cy="54686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6" name="文本框 64">
                <a:extLst>
                  <a:ext uri="{FF2B5EF4-FFF2-40B4-BE49-F238E27FC236}">
                    <a16:creationId xmlns:a16="http://schemas.microsoft.com/office/drawing/2014/main" id="{B0E92605-5303-7408-422D-A41F02D45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215" y="2825912"/>
                <a:ext cx="4795270" cy="54686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任意多边形: 形状 65">
            <a:extLst>
              <a:ext uri="{FF2B5EF4-FFF2-40B4-BE49-F238E27FC236}">
                <a16:creationId xmlns:a16="http://schemas.microsoft.com/office/drawing/2014/main" id="{7BC10FA4-B84E-2AC4-AE6E-E415F1D8FE41}"/>
              </a:ext>
            </a:extLst>
          </p:cNvPr>
          <p:cNvSpPr/>
          <p:nvPr/>
        </p:nvSpPr>
        <p:spPr>
          <a:xfrm rot="5400000">
            <a:off x="8416501" y="4746993"/>
            <a:ext cx="589306" cy="767898"/>
          </a:xfrm>
          <a:custGeom>
            <a:avLst/>
            <a:gdLst>
              <a:gd name="connsiteX0" fmla="*/ 1527 w 620652"/>
              <a:gd name="connsiteY0" fmla="*/ 0 h 628650"/>
              <a:gd name="connsiteX1" fmla="*/ 96777 w 620652"/>
              <a:gd name="connsiteY1" fmla="*/ 495300 h 628650"/>
              <a:gd name="connsiteX2" fmla="*/ 620652 w 620652"/>
              <a:gd name="connsiteY2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0652" h="628650">
                <a:moveTo>
                  <a:pt x="1527" y="0"/>
                </a:moveTo>
                <a:cubicBezTo>
                  <a:pt x="-2442" y="195262"/>
                  <a:pt x="-6411" y="390525"/>
                  <a:pt x="96777" y="495300"/>
                </a:cubicBezTo>
                <a:cubicBezTo>
                  <a:pt x="199965" y="600075"/>
                  <a:pt x="410308" y="614362"/>
                  <a:pt x="620652" y="62865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6">
                <a:extLst>
                  <a:ext uri="{FF2B5EF4-FFF2-40B4-BE49-F238E27FC236}">
                    <a16:creationId xmlns:a16="http://schemas.microsoft.com/office/drawing/2014/main" id="{AE0FD0CF-08DF-E784-C58C-94A6C74E9859}"/>
                  </a:ext>
                </a:extLst>
              </p:cNvPr>
              <p:cNvSpPr txBox="1"/>
              <p:nvPr/>
            </p:nvSpPr>
            <p:spPr>
              <a:xfrm>
                <a:off x="9102911" y="4538458"/>
                <a:ext cx="2918876" cy="524631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Query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𝑾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𝑄</m:t>
                        </m:r>
                      </m:sup>
                    </m:sSup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8" name="文本框 66">
                <a:extLst>
                  <a:ext uri="{FF2B5EF4-FFF2-40B4-BE49-F238E27FC236}">
                    <a16:creationId xmlns:a16="http://schemas.microsoft.com/office/drawing/2014/main" id="{AE0FD0CF-08DF-E784-C58C-94A6C74E9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911" y="4538458"/>
                <a:ext cx="2918876" cy="524631"/>
              </a:xfrm>
              <a:prstGeom prst="rect">
                <a:avLst/>
              </a:prstGeom>
              <a:blipFill>
                <a:blip r:embed="rId16"/>
                <a:stretch>
                  <a:fillRect l="-4310" t="-9091" b="-29545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接连接符 67">
            <a:extLst>
              <a:ext uri="{FF2B5EF4-FFF2-40B4-BE49-F238E27FC236}">
                <a16:creationId xmlns:a16="http://schemas.microsoft.com/office/drawing/2014/main" id="{566F9C1E-C72E-17BC-C115-66EF054AF020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7779322" y="6430596"/>
            <a:ext cx="661682" cy="7699"/>
          </a:xfrm>
          <a:prstGeom prst="line">
            <a:avLst/>
          </a:prstGeom>
          <a:ln w="38100">
            <a:solidFill>
              <a:srgbClr val="7030A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8">
                <a:extLst>
                  <a:ext uri="{FF2B5EF4-FFF2-40B4-BE49-F238E27FC236}">
                    <a16:creationId xmlns:a16="http://schemas.microsoft.com/office/drawing/2014/main" id="{BED387FB-2EDA-A265-29BE-AD26A30B5346}"/>
                  </a:ext>
                </a:extLst>
              </p:cNvPr>
              <p:cNvSpPr txBox="1"/>
              <p:nvPr/>
            </p:nvSpPr>
            <p:spPr>
              <a:xfrm>
                <a:off x="8441004" y="6168986"/>
                <a:ext cx="2632452" cy="52322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Key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𝑾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0" name="文本框 68">
                <a:extLst>
                  <a:ext uri="{FF2B5EF4-FFF2-40B4-BE49-F238E27FC236}">
                    <a16:creationId xmlns:a16="http://schemas.microsoft.com/office/drawing/2014/main" id="{BED387FB-2EDA-A265-29BE-AD26A30B5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1004" y="6168986"/>
                <a:ext cx="2632452" cy="523220"/>
              </a:xfrm>
              <a:prstGeom prst="rect">
                <a:avLst/>
              </a:prstGeom>
              <a:blipFill>
                <a:blip r:embed="rId17"/>
                <a:stretch>
                  <a:fillRect l="-4785" t="-13953" b="-27907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任意多边形: 形状 69">
            <a:extLst>
              <a:ext uri="{FF2B5EF4-FFF2-40B4-BE49-F238E27FC236}">
                <a16:creationId xmlns:a16="http://schemas.microsoft.com/office/drawing/2014/main" id="{13F25FDC-2A28-E487-5180-74BAB3240CB6}"/>
              </a:ext>
            </a:extLst>
          </p:cNvPr>
          <p:cNvSpPr/>
          <p:nvPr/>
        </p:nvSpPr>
        <p:spPr>
          <a:xfrm rot="10800000" flipH="1">
            <a:off x="2064835" y="1135138"/>
            <a:ext cx="1740354" cy="523222"/>
          </a:xfrm>
          <a:custGeom>
            <a:avLst/>
            <a:gdLst>
              <a:gd name="connsiteX0" fmla="*/ 1527 w 620652"/>
              <a:gd name="connsiteY0" fmla="*/ 0 h 628650"/>
              <a:gd name="connsiteX1" fmla="*/ 96777 w 620652"/>
              <a:gd name="connsiteY1" fmla="*/ 495300 h 628650"/>
              <a:gd name="connsiteX2" fmla="*/ 620652 w 620652"/>
              <a:gd name="connsiteY2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0652" h="628650">
                <a:moveTo>
                  <a:pt x="1527" y="0"/>
                </a:moveTo>
                <a:cubicBezTo>
                  <a:pt x="-2442" y="195262"/>
                  <a:pt x="-6411" y="390525"/>
                  <a:pt x="96777" y="495300"/>
                </a:cubicBezTo>
                <a:cubicBezTo>
                  <a:pt x="199965" y="600075"/>
                  <a:pt x="410308" y="614362"/>
                  <a:pt x="620652" y="628650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 panose="020B0604030504040204" pitchFamily="34" charset="0"/>
              <a:ea typeface="等线" panose="02010600030101010101" pitchFamily="2" charset="-122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0">
                <a:extLst>
                  <a:ext uri="{FF2B5EF4-FFF2-40B4-BE49-F238E27FC236}">
                    <a16:creationId xmlns:a16="http://schemas.microsoft.com/office/drawing/2014/main" id="{3F7C897B-0FC0-061B-B037-55A756D5E8DE}"/>
                  </a:ext>
                </a:extLst>
              </p:cNvPr>
              <p:cNvSpPr txBox="1"/>
              <p:nvPr/>
            </p:nvSpPr>
            <p:spPr>
              <a:xfrm>
                <a:off x="750901" y="1661892"/>
                <a:ext cx="2914516" cy="5232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Value matric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𝑾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𝑉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2" name="文本框 70">
                <a:extLst>
                  <a:ext uri="{FF2B5EF4-FFF2-40B4-BE49-F238E27FC236}">
                    <a16:creationId xmlns:a16="http://schemas.microsoft.com/office/drawing/2014/main" id="{3F7C897B-0FC0-061B-B037-55A756D5E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01" y="1661892"/>
                <a:ext cx="2914516" cy="523220"/>
              </a:xfrm>
              <a:prstGeom prst="rect">
                <a:avLst/>
              </a:prstGeom>
              <a:blipFill>
                <a:blip r:embed="rId18"/>
                <a:stretch>
                  <a:fillRect l="-4329" t="-13953" b="-2790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1">
                <a:extLst>
                  <a:ext uri="{FF2B5EF4-FFF2-40B4-BE49-F238E27FC236}">
                    <a16:creationId xmlns:a16="http://schemas.microsoft.com/office/drawing/2014/main" id="{7C7A3A61-2532-6990-2188-165728B1A77E}"/>
                  </a:ext>
                </a:extLst>
              </p:cNvPr>
              <p:cNvSpPr txBox="1"/>
              <p:nvPr/>
            </p:nvSpPr>
            <p:spPr>
              <a:xfrm>
                <a:off x="3868188" y="6191861"/>
                <a:ext cx="5806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𝑾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3" name="文本框 71">
                <a:extLst>
                  <a:ext uri="{FF2B5EF4-FFF2-40B4-BE49-F238E27FC236}">
                    <a16:creationId xmlns:a16="http://schemas.microsoft.com/office/drawing/2014/main" id="{7C7A3A61-2532-6990-2188-165728B1A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188" y="6191861"/>
                <a:ext cx="580607" cy="369332"/>
              </a:xfrm>
              <a:prstGeom prst="rect">
                <a:avLst/>
              </a:prstGeom>
              <a:blipFill>
                <a:blip r:embed="rId19"/>
                <a:stretch>
                  <a:fillRect l="-8511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2">
                <a:extLst>
                  <a:ext uri="{FF2B5EF4-FFF2-40B4-BE49-F238E27FC236}">
                    <a16:creationId xmlns:a16="http://schemas.microsoft.com/office/drawing/2014/main" id="{A1F49E5D-0E99-71CB-B722-5D960E067128}"/>
                  </a:ext>
                </a:extLst>
              </p:cNvPr>
              <p:cNvSpPr txBox="1"/>
              <p:nvPr/>
            </p:nvSpPr>
            <p:spPr>
              <a:xfrm>
                <a:off x="4854907" y="6201870"/>
                <a:ext cx="5806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𝑾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4" name="文本框 72">
                <a:extLst>
                  <a:ext uri="{FF2B5EF4-FFF2-40B4-BE49-F238E27FC236}">
                    <a16:creationId xmlns:a16="http://schemas.microsoft.com/office/drawing/2014/main" id="{A1F49E5D-0E99-71CB-B722-5D960E067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907" y="6201870"/>
                <a:ext cx="580607" cy="369332"/>
              </a:xfrm>
              <a:prstGeom prst="rect">
                <a:avLst/>
              </a:prstGeom>
              <a:blipFill>
                <a:blip r:embed="rId20"/>
                <a:stretch>
                  <a:fillRect l="-10638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3">
                <a:extLst>
                  <a:ext uri="{FF2B5EF4-FFF2-40B4-BE49-F238E27FC236}">
                    <a16:creationId xmlns:a16="http://schemas.microsoft.com/office/drawing/2014/main" id="{8378677F-836B-9E23-12F6-D52D3DC8BAF3}"/>
                  </a:ext>
                </a:extLst>
              </p:cNvPr>
              <p:cNvSpPr txBox="1"/>
              <p:nvPr/>
            </p:nvSpPr>
            <p:spPr>
              <a:xfrm>
                <a:off x="5839860" y="6214984"/>
                <a:ext cx="5806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𝑾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5" name="文本框 73">
                <a:extLst>
                  <a:ext uri="{FF2B5EF4-FFF2-40B4-BE49-F238E27FC236}">
                    <a16:creationId xmlns:a16="http://schemas.microsoft.com/office/drawing/2014/main" id="{8378677F-836B-9E23-12F6-D52D3DC8B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60" y="6214984"/>
                <a:ext cx="580607" cy="369332"/>
              </a:xfrm>
              <a:prstGeom prst="rect">
                <a:avLst/>
              </a:prstGeom>
              <a:blipFill>
                <a:blip r:embed="rId21"/>
                <a:stretch>
                  <a:fillRect l="-8511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4">
                <a:extLst>
                  <a:ext uri="{FF2B5EF4-FFF2-40B4-BE49-F238E27FC236}">
                    <a16:creationId xmlns:a16="http://schemas.microsoft.com/office/drawing/2014/main" id="{DBCAE64E-3A36-323B-3314-8471FB4D43F5}"/>
                  </a:ext>
                </a:extLst>
              </p:cNvPr>
              <p:cNvSpPr txBox="1"/>
              <p:nvPr/>
            </p:nvSpPr>
            <p:spPr>
              <a:xfrm>
                <a:off x="6835603" y="6214984"/>
                <a:ext cx="5806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𝑾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6" name="文本框 74">
                <a:extLst>
                  <a:ext uri="{FF2B5EF4-FFF2-40B4-BE49-F238E27FC236}">
                    <a16:creationId xmlns:a16="http://schemas.microsoft.com/office/drawing/2014/main" id="{DBCAE64E-3A36-323B-3314-8471FB4D4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03" y="6214984"/>
                <a:ext cx="580607" cy="369332"/>
              </a:xfrm>
              <a:prstGeom prst="rect">
                <a:avLst/>
              </a:prstGeom>
              <a:blipFill>
                <a:blip r:embed="rId20"/>
                <a:stretch>
                  <a:fillRect l="-10638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5">
                <a:extLst>
                  <a:ext uri="{FF2B5EF4-FFF2-40B4-BE49-F238E27FC236}">
                    <a16:creationId xmlns:a16="http://schemas.microsoft.com/office/drawing/2014/main" id="{B4076766-DEB2-BB09-73C8-90CEAF15A147}"/>
                  </a:ext>
                </a:extLst>
              </p:cNvPr>
              <p:cNvSpPr txBox="1"/>
              <p:nvPr/>
            </p:nvSpPr>
            <p:spPr>
              <a:xfrm>
                <a:off x="8121184" y="5447849"/>
                <a:ext cx="575029" cy="3705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𝑾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𝑄</m:t>
                          </m:r>
                        </m:sup>
                      </m:sSup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7" name="文本框 75">
                <a:extLst>
                  <a:ext uri="{FF2B5EF4-FFF2-40B4-BE49-F238E27FC236}">
                    <a16:creationId xmlns:a16="http://schemas.microsoft.com/office/drawing/2014/main" id="{B4076766-DEB2-BB09-73C8-90CEAF15A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184" y="5447849"/>
                <a:ext cx="575029" cy="370551"/>
              </a:xfrm>
              <a:prstGeom prst="rect">
                <a:avLst/>
              </a:prstGeom>
              <a:blipFill>
                <a:blip r:embed="rId22"/>
                <a:stretch>
                  <a:fillRect l="-8696" r="-4348" b="-1379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6">
                <a:extLst>
                  <a:ext uri="{FF2B5EF4-FFF2-40B4-BE49-F238E27FC236}">
                    <a16:creationId xmlns:a16="http://schemas.microsoft.com/office/drawing/2014/main" id="{22BB4FCC-85D6-77C9-C61B-F9911279EA13}"/>
                  </a:ext>
                </a:extLst>
              </p:cNvPr>
              <p:cNvSpPr txBox="1"/>
              <p:nvPr/>
            </p:nvSpPr>
            <p:spPr>
              <a:xfrm>
                <a:off x="3849001" y="947502"/>
                <a:ext cx="5645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𝑾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8" name="文本框 76">
                <a:extLst>
                  <a:ext uri="{FF2B5EF4-FFF2-40B4-BE49-F238E27FC236}">
                    <a16:creationId xmlns:a16="http://schemas.microsoft.com/office/drawing/2014/main" id="{22BB4FCC-85D6-77C9-C61B-F9911279E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001" y="947502"/>
                <a:ext cx="564578" cy="369332"/>
              </a:xfrm>
              <a:prstGeom prst="rect">
                <a:avLst/>
              </a:prstGeom>
              <a:blipFill>
                <a:blip r:embed="rId23"/>
                <a:stretch>
                  <a:fillRect l="-8696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7">
                <a:extLst>
                  <a:ext uri="{FF2B5EF4-FFF2-40B4-BE49-F238E27FC236}">
                    <a16:creationId xmlns:a16="http://schemas.microsoft.com/office/drawing/2014/main" id="{A1AC78EB-A3AC-0A23-4787-23816F919979}"/>
                  </a:ext>
                </a:extLst>
              </p:cNvPr>
              <p:cNvSpPr txBox="1"/>
              <p:nvPr/>
            </p:nvSpPr>
            <p:spPr>
              <a:xfrm>
                <a:off x="4845671" y="947502"/>
                <a:ext cx="5645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𝑾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9" name="文本框 77">
                <a:extLst>
                  <a:ext uri="{FF2B5EF4-FFF2-40B4-BE49-F238E27FC236}">
                    <a16:creationId xmlns:a16="http://schemas.microsoft.com/office/drawing/2014/main" id="{A1AC78EB-A3AC-0A23-4787-23816F919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671" y="947502"/>
                <a:ext cx="564578" cy="369332"/>
              </a:xfrm>
              <a:prstGeom prst="rect">
                <a:avLst/>
              </a:prstGeom>
              <a:blipFill>
                <a:blip r:embed="rId24"/>
                <a:stretch>
                  <a:fillRect l="-8696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8">
                <a:extLst>
                  <a:ext uri="{FF2B5EF4-FFF2-40B4-BE49-F238E27FC236}">
                    <a16:creationId xmlns:a16="http://schemas.microsoft.com/office/drawing/2014/main" id="{7458FE4A-FFED-88F8-7E1E-0DAE125F9F13}"/>
                  </a:ext>
                </a:extLst>
              </p:cNvPr>
              <p:cNvSpPr txBox="1"/>
              <p:nvPr/>
            </p:nvSpPr>
            <p:spPr>
              <a:xfrm>
                <a:off x="5842341" y="954058"/>
                <a:ext cx="5645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𝑾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0" name="文本框 78">
                <a:extLst>
                  <a:ext uri="{FF2B5EF4-FFF2-40B4-BE49-F238E27FC236}">
                    <a16:creationId xmlns:a16="http://schemas.microsoft.com/office/drawing/2014/main" id="{7458FE4A-FFED-88F8-7E1E-0DAE125F9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341" y="954058"/>
                <a:ext cx="564578" cy="369332"/>
              </a:xfrm>
              <a:prstGeom prst="rect">
                <a:avLst/>
              </a:prstGeom>
              <a:blipFill>
                <a:blip r:embed="rId25"/>
                <a:stretch>
                  <a:fillRect l="-8696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79">
                <a:extLst>
                  <a:ext uri="{FF2B5EF4-FFF2-40B4-BE49-F238E27FC236}">
                    <a16:creationId xmlns:a16="http://schemas.microsoft.com/office/drawing/2014/main" id="{E1AE2CC0-5302-C01E-23B2-4DE5ED0C590A}"/>
                  </a:ext>
                </a:extLst>
              </p:cNvPr>
              <p:cNvSpPr txBox="1"/>
              <p:nvPr/>
            </p:nvSpPr>
            <p:spPr>
              <a:xfrm>
                <a:off x="6834381" y="960883"/>
                <a:ext cx="5645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𝑾</m:t>
                          </m:r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1" name="文本框 79">
                <a:extLst>
                  <a:ext uri="{FF2B5EF4-FFF2-40B4-BE49-F238E27FC236}">
                    <a16:creationId xmlns:a16="http://schemas.microsoft.com/office/drawing/2014/main" id="{E1AE2CC0-5302-C01E-23B2-4DE5ED0C5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381" y="960883"/>
                <a:ext cx="564578" cy="369332"/>
              </a:xfrm>
              <a:prstGeom prst="rect">
                <a:avLst/>
              </a:prstGeom>
              <a:blipFill>
                <a:blip r:embed="rId26"/>
                <a:stretch>
                  <a:fillRect l="-11111"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5C720997-FAFE-25A2-39B1-83F83E18C09F}"/>
                  </a:ext>
                </a:extLst>
              </p:cNvPr>
              <p:cNvSpPr txBox="1"/>
              <p:nvPr/>
            </p:nvSpPr>
            <p:spPr>
              <a:xfrm>
                <a:off x="799917" y="2589856"/>
                <a:ext cx="2719838" cy="12940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𝑾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𝑄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𝑾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𝑾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𝑉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are matrices that can be trained!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等线" panose="02010600030101010101" pitchFamily="2" charset="-122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5C720997-FAFE-25A2-39B1-83F83E18C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17" y="2589856"/>
                <a:ext cx="2719838" cy="1294072"/>
              </a:xfrm>
              <a:prstGeom prst="rect">
                <a:avLst/>
              </a:prstGeom>
              <a:blipFill>
                <a:blip r:embed="rId27"/>
                <a:stretch>
                  <a:fillRect l="-7907" t="-8824" r="-12093"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42C8B41-8C95-4F53-67CB-D23EA7EDBC82}"/>
                  </a:ext>
                </a:extLst>
              </p:cNvPr>
              <p:cNvSpPr txBox="1"/>
              <p:nvPr/>
            </p:nvSpPr>
            <p:spPr>
              <a:xfrm>
                <a:off x="748875" y="3864680"/>
                <a:ext cx="2225548" cy="18172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We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will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等线" panose="02010600030101010101" pitchFamily="2" charset="-122"/>
                    <a:cs typeface="Tahoma" panose="020B0604030504040204" pitchFamily="34" charset="0"/>
                  </a:rPr>
                  <a:t>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write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𝑸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𝑿𝑾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𝑄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𝑲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𝑿𝑾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sup>
                    </m:sSup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𝑽</m:t>
                        </m:r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</m:t>
                        </m:r>
                        <m:r>
                          <a:rPr kumimoji="0" lang="en-US" altLang="zh-CN" sz="2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𝑾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𝑉</m:t>
                        </m:r>
                      </m:sup>
                    </m:sSup>
                  </m:oMath>
                </a14:m>
                <a:endParaRPr kumimoji="0" lang="en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42C8B41-8C95-4F53-67CB-D23EA7EDB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75" y="3864680"/>
                <a:ext cx="2225548" cy="1817292"/>
              </a:xfrm>
              <a:prstGeom prst="rect">
                <a:avLst/>
              </a:prstGeom>
              <a:blipFill>
                <a:blip r:embed="rId28"/>
                <a:stretch>
                  <a:fillRect l="-6250" t="-3472" r="-397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98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70" grpId="0" animBg="1"/>
      <p:bldP spid="71" grpId="0" animBg="1"/>
      <p:bldP spid="72" grpId="0" animBg="1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ahoma">
      <a:majorFont>
        <a:latin typeface="Tahoma"/>
        <a:ea typeface="Tahoma"/>
        <a:cs typeface=""/>
      </a:majorFont>
      <a:minorFont>
        <a:latin typeface="Tahoma"/>
        <a:ea typeface="Tahom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